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8229600" cx="14630400"/>
  <p:notesSz cx="8229600" cy="14630400"/>
  <p:embeddedFontLst>
    <p:embeddedFont>
      <p:font typeface="Catamaran"/>
      <p:regular r:id="rId37"/>
      <p:bold r:id="rId38"/>
    </p:embeddedFont>
    <p:embeddedFont>
      <p:font typeface="Heebo"/>
      <p:regular r:id="rId39"/>
      <p:bold r:id="rId40"/>
    </p:embeddedFont>
    <p:embeddedFont>
      <p:font typeface="Palanquin Dark"/>
      <p:regular r:id="rId41"/>
      <p:bold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Heebo Black"/>
      <p:bold r:id="rId47"/>
    </p:embeddedFont>
    <p:embeddedFont>
      <p:font typeface="Catamaran Medium"/>
      <p:regular r:id="rId48"/>
      <p:bold r:id="rId49"/>
    </p:embeddedFont>
    <p:embeddedFont>
      <p:font typeface="Abhaya Libre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ebo-bold.fntdata"/><Relationship Id="rId42" Type="http://schemas.openxmlformats.org/officeDocument/2006/relationships/font" Target="fonts/PalanquinDark-bold.fntdata"/><Relationship Id="rId41" Type="http://schemas.openxmlformats.org/officeDocument/2006/relationships/font" Target="fonts/PalanquinDark-regular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CatamaranMedium-regular.fntdata"/><Relationship Id="rId47" Type="http://schemas.openxmlformats.org/officeDocument/2006/relationships/font" Target="fonts/HeeboBlack-bold.fntdata"/><Relationship Id="rId49" Type="http://schemas.openxmlformats.org/officeDocument/2006/relationships/font" Target="fonts/Catamaran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font" Target="fonts/Catamaran-regular.fntdata"/><Relationship Id="rId36" Type="http://schemas.openxmlformats.org/officeDocument/2006/relationships/slide" Target="slides/slide32.xml"/><Relationship Id="rId39" Type="http://schemas.openxmlformats.org/officeDocument/2006/relationships/font" Target="fonts/Heebo-regular.fntdata"/><Relationship Id="rId38" Type="http://schemas.openxmlformats.org/officeDocument/2006/relationships/font" Target="fonts/Catamaran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AbhayaLibre-bold.fntdata"/><Relationship Id="rId50" Type="http://schemas.openxmlformats.org/officeDocument/2006/relationships/font" Target="fonts/AbhayaLibre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7" name="Google Shape;242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9" name="Google Shape;24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6" name="Google Shape;24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5" name="Google Shape;24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0" name="Google Shape;25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2" name="Google Shape;25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7" name="Google Shape;25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3" name="Google Shape;25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objetivo de la traducción estadística es utilizar un corpus paralelo, es decir, millones de frases alineadas entre idiomas, para calcular las probabilidades de traducción.</a:t>
            </a:r>
            <a:br>
              <a:rPr lang="en-US"/>
            </a:br>
            <a:br>
              <a:rPr lang="en-US"/>
            </a:br>
            <a:r>
              <a:rPr lang="en-US"/>
              <a:t>Con este modelo probabilístico, podemos buscar la traducción más probable de un texto de entrada.</a:t>
            </a:r>
            <a:br>
              <a:rPr lang="en-US"/>
            </a:br>
            <a:br>
              <a:rPr lang="en-US"/>
            </a:br>
            <a:r>
              <a:rPr lang="en-US"/>
              <a:t>Este proceso de decodificación es fundamental para la traducción automática basada en datos.</a:t>
            </a:r>
            <a:br>
              <a:rPr lang="en-US"/>
            </a:br>
            <a:br>
              <a:rPr lang="en-US"/>
            </a:br>
            <a:r>
              <a:rPr lang="en-US"/>
              <a:t>La visualización muestra un diagrama técnico del proceso de traducción estadística, con flechas que representan las probabilidades.</a:t>
            </a:r>
            <a:endParaRPr/>
          </a:p>
        </p:txBody>
      </p:sp>
      <p:sp>
        <p:nvSpPr>
          <p:cNvPr id="2574" name="Google Shape;25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9" name="Google Shape;25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9" name="Google Shape;26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8" name="Google Shape;26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0" name="Google Shape;26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7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9" name="Google Shape;26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6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8" name="Google Shape;26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2" name="Google Shape;27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4" name="Google Shape;27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3" name="Google Shape;27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0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Google Shape;27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2" name="Google Shape;27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5" name="Google Shape;27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8" name="Google Shape;281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6" name="Google Shape;28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7" name="Google Shape;283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9" name="Google Shape;284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0" name="Google Shape;285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1" name="Google Shape;287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5" name="Shape 2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Google Shape;288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7" name="Google Shape;288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8" name="Google Shape;288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9" name="Google Shape;29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2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4" name="Google Shape;292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1" name="Shape 2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3" name="Google Shape;29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7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9" name="Google Shape;295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0" name="Google Shape;296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7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8" name="Google Shape;297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9" name="Google Shape;297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5" name="Google Shape;299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7" name="Shape 3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8" name="Google Shape;300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9" name="Google Shape;300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5" name="Google Shape;302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6" name="Google Shape;302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2"/>
          <p:cNvGrpSpPr/>
          <p:nvPr/>
        </p:nvGrpSpPr>
        <p:grpSpPr>
          <a:xfrm>
            <a:off x="7766953" y="1912021"/>
            <a:ext cx="6724193" cy="8733929"/>
            <a:chOff x="4854346" y="1195013"/>
            <a:chExt cx="4202621" cy="5458706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7547033" y="1195013"/>
              <a:ext cx="1509934" cy="4224416"/>
              <a:chOff x="5789900" y="1448250"/>
              <a:chExt cx="1313100" cy="36737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" name="Google Shape;32;p2"/>
          <p:cNvGrpSpPr/>
          <p:nvPr/>
        </p:nvGrpSpPr>
        <p:grpSpPr>
          <a:xfrm>
            <a:off x="4747772" y="593441"/>
            <a:ext cx="3845926" cy="836385"/>
            <a:chOff x="4007175" y="1128725"/>
            <a:chExt cx="2166475" cy="471150"/>
          </a:xfrm>
        </p:grpSpPr>
        <p:sp>
          <p:nvSpPr>
            <p:cNvPr id="33" name="Google Shape;33;p2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703839" y="204444"/>
            <a:ext cx="597481" cy="561028"/>
            <a:chOff x="3708550" y="3474950"/>
            <a:chExt cx="256100" cy="240475"/>
          </a:xfrm>
        </p:grpSpPr>
        <p:sp>
          <p:nvSpPr>
            <p:cNvPr id="36" name="Google Shape;36;p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" name="Google Shape;38;p2"/>
          <p:cNvGrpSpPr/>
          <p:nvPr/>
        </p:nvGrpSpPr>
        <p:grpSpPr>
          <a:xfrm>
            <a:off x="1239307" y="6273259"/>
            <a:ext cx="5688575" cy="3151475"/>
            <a:chOff x="774567" y="3920787"/>
            <a:chExt cx="3555360" cy="1969672"/>
          </a:xfrm>
        </p:grpSpPr>
        <p:grpSp>
          <p:nvGrpSpPr>
            <p:cNvPr id="39" name="Google Shape;39;p2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" name="Google Shape;45;p2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46" name="Google Shape;46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" name="Google Shape;51;p2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52" name="Google Shape;52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" name="Google Shape;57;p2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58" name="Google Shape;58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" name="Google Shape;63;p2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64" name="Google Shape;64;p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2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70" name="Google Shape;70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76" name="Google Shape;76;p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1" name="Google Shape;81;p2"/>
          <p:cNvSpPr txBox="1"/>
          <p:nvPr>
            <p:ph type="ctrTitle"/>
          </p:nvPr>
        </p:nvSpPr>
        <p:spPr>
          <a:xfrm>
            <a:off x="1183140" y="2183403"/>
            <a:ext cx="6156900" cy="3103200"/>
          </a:xfrm>
          <a:prstGeom prst="rect">
            <a:avLst/>
          </a:prstGeom>
          <a:noFill/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000">
                <a:latin typeface="Heebo Black"/>
                <a:ea typeface="Heebo Black"/>
                <a:cs typeface="Heebo Black"/>
                <a:sym typeface="Heeb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82" name="Google Shape;82;p2"/>
          <p:cNvSpPr txBox="1"/>
          <p:nvPr>
            <p:ph idx="1" type="subTitle"/>
          </p:nvPr>
        </p:nvSpPr>
        <p:spPr>
          <a:xfrm>
            <a:off x="1183160" y="5469643"/>
            <a:ext cx="6156900" cy="6966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146275" lIns="146275" spcFirstLastPara="1" rIns="146275" wrap="square" tIns="146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26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3"/>
          <p:cNvGrpSpPr/>
          <p:nvPr/>
        </p:nvGrpSpPr>
        <p:grpSpPr>
          <a:xfrm>
            <a:off x="-355067" y="2643070"/>
            <a:ext cx="2447320" cy="779266"/>
            <a:chOff x="2293625" y="793625"/>
            <a:chExt cx="1052475" cy="335125"/>
          </a:xfrm>
        </p:grpSpPr>
        <p:sp>
          <p:nvSpPr>
            <p:cNvPr id="85" name="Google Shape;85;p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3"/>
          <p:cNvGrpSpPr/>
          <p:nvPr/>
        </p:nvGrpSpPr>
        <p:grpSpPr>
          <a:xfrm>
            <a:off x="12996079" y="833244"/>
            <a:ext cx="597481" cy="561028"/>
            <a:chOff x="3708550" y="3474950"/>
            <a:chExt cx="256100" cy="240475"/>
          </a:xfrm>
        </p:grpSpPr>
        <p:sp>
          <p:nvSpPr>
            <p:cNvPr id="88" name="Google Shape;88;p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3"/>
          <p:cNvSpPr txBox="1"/>
          <p:nvPr>
            <p:ph type="title"/>
          </p:nvPr>
        </p:nvSpPr>
        <p:spPr>
          <a:xfrm>
            <a:off x="1141383" y="3783320"/>
            <a:ext cx="6173700" cy="2419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1200"/>
              <a:buNone/>
              <a:defRPr sz="7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91" name="Google Shape;91;p3"/>
          <p:cNvSpPr txBox="1"/>
          <p:nvPr>
            <p:ph hasCustomPrompt="1" idx="2" type="title"/>
          </p:nvPr>
        </p:nvSpPr>
        <p:spPr>
          <a:xfrm>
            <a:off x="4415040" y="876880"/>
            <a:ext cx="2900100" cy="2545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44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92" name="Google Shape;92;p3"/>
          <p:cNvSpPr txBox="1"/>
          <p:nvPr>
            <p:ph idx="1" type="subTitle"/>
          </p:nvPr>
        </p:nvSpPr>
        <p:spPr>
          <a:xfrm>
            <a:off x="1141160" y="6319680"/>
            <a:ext cx="6173700" cy="6735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4"/>
          <p:cNvGrpSpPr/>
          <p:nvPr/>
        </p:nvGrpSpPr>
        <p:grpSpPr>
          <a:xfrm flipH="1">
            <a:off x="1605067" y="6273259"/>
            <a:ext cx="5688575" cy="3151475"/>
            <a:chOff x="774567" y="3920787"/>
            <a:chExt cx="3555360" cy="1969672"/>
          </a:xfrm>
        </p:grpSpPr>
        <p:grpSp>
          <p:nvGrpSpPr>
            <p:cNvPr id="95" name="Google Shape;95;p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" name="Google Shape;101;p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102" name="Google Shape;102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" name="Google Shape;107;p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08" name="Google Shape;108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14" name="Google Shape;114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" name="Google Shape;119;p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20" name="Google Shape;120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32" name="Google Shape;132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" name="Google Shape;137;p4"/>
          <p:cNvGrpSpPr/>
          <p:nvPr/>
        </p:nvGrpSpPr>
        <p:grpSpPr>
          <a:xfrm flipH="1">
            <a:off x="7293627" y="6273259"/>
            <a:ext cx="5688575" cy="3151475"/>
            <a:chOff x="774567" y="3920787"/>
            <a:chExt cx="3555360" cy="1969672"/>
          </a:xfrm>
        </p:grpSpPr>
        <p:grpSp>
          <p:nvGrpSpPr>
            <p:cNvPr id="138" name="Google Shape;138;p4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139" name="Google Shape;139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p4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145" name="Google Shape;145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4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51" name="Google Shape;151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" name="Google Shape;156;p4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57" name="Google Shape;157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4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69" name="Google Shape;169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4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75" name="Google Shape;175;p4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0" name="Google Shape;180;p4"/>
          <p:cNvGrpSpPr/>
          <p:nvPr/>
        </p:nvGrpSpPr>
        <p:grpSpPr>
          <a:xfrm>
            <a:off x="1141172" y="445001"/>
            <a:ext cx="3845926" cy="836385"/>
            <a:chOff x="4007175" y="1128725"/>
            <a:chExt cx="2166475" cy="471150"/>
          </a:xfrm>
        </p:grpSpPr>
        <p:sp>
          <p:nvSpPr>
            <p:cNvPr id="181" name="Google Shape;181;p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4"/>
          <p:cNvGrpSpPr/>
          <p:nvPr/>
        </p:nvGrpSpPr>
        <p:grpSpPr>
          <a:xfrm>
            <a:off x="11406119" y="302324"/>
            <a:ext cx="597481" cy="561028"/>
            <a:chOff x="3708550" y="3474950"/>
            <a:chExt cx="256100" cy="240475"/>
          </a:xfrm>
        </p:grpSpPr>
        <p:sp>
          <p:nvSpPr>
            <p:cNvPr id="184" name="Google Shape;184;p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4"/>
          <p:cNvSpPr txBox="1"/>
          <p:nvPr>
            <p:ph type="title"/>
          </p:nvPr>
        </p:nvSpPr>
        <p:spPr>
          <a:xfrm>
            <a:off x="1141160" y="1955440"/>
            <a:ext cx="5801700" cy="1033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87" name="Google Shape;187;p4"/>
          <p:cNvSpPr txBox="1"/>
          <p:nvPr>
            <p:ph idx="1" type="body"/>
          </p:nvPr>
        </p:nvSpPr>
        <p:spPr>
          <a:xfrm>
            <a:off x="1141160" y="3171680"/>
            <a:ext cx="5801700" cy="3290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Font typeface="Catamaran"/>
              <a:buChar char="●"/>
              <a:defRPr sz="22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88" name="Google Shape;188;p4"/>
          <p:cNvSpPr/>
          <p:nvPr>
            <p:ph idx="2" type="pic"/>
          </p:nvPr>
        </p:nvSpPr>
        <p:spPr>
          <a:xfrm>
            <a:off x="7272284" y="1542480"/>
            <a:ext cx="6216900" cy="514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5"/>
          <p:cNvGrpSpPr/>
          <p:nvPr/>
        </p:nvGrpSpPr>
        <p:grpSpPr>
          <a:xfrm flipH="1" rot="900114">
            <a:off x="99406" y="1403242"/>
            <a:ext cx="1112735" cy="916362"/>
            <a:chOff x="7315125" y="1121525"/>
            <a:chExt cx="1112525" cy="916100"/>
          </a:xfrm>
        </p:grpSpPr>
        <p:sp>
          <p:nvSpPr>
            <p:cNvPr id="191" name="Google Shape;191;p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5"/>
          <p:cNvGrpSpPr/>
          <p:nvPr/>
        </p:nvGrpSpPr>
        <p:grpSpPr>
          <a:xfrm flipH="1" rot="-900260">
            <a:off x="13580854" y="587456"/>
            <a:ext cx="985338" cy="836275"/>
            <a:chOff x="6064225" y="1470325"/>
            <a:chExt cx="1112500" cy="944200"/>
          </a:xfrm>
        </p:grpSpPr>
        <p:sp>
          <p:nvSpPr>
            <p:cNvPr id="194" name="Google Shape;194;p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5"/>
          <p:cNvGrpSpPr/>
          <p:nvPr/>
        </p:nvGrpSpPr>
        <p:grpSpPr>
          <a:xfrm flipH="1">
            <a:off x="13415207" y="2022543"/>
            <a:ext cx="1884430" cy="697562"/>
            <a:chOff x="1119600" y="2506400"/>
            <a:chExt cx="763700" cy="282700"/>
          </a:xfrm>
        </p:grpSpPr>
        <p:sp>
          <p:nvSpPr>
            <p:cNvPr id="197" name="Google Shape;197;p5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5"/>
          <p:cNvSpPr txBox="1"/>
          <p:nvPr>
            <p:ph idx="1" type="subTitle"/>
          </p:nvPr>
        </p:nvSpPr>
        <p:spPr>
          <a:xfrm>
            <a:off x="1841880" y="2949200"/>
            <a:ext cx="5473500" cy="336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0" name="Google Shape;200;p5"/>
          <p:cNvSpPr txBox="1"/>
          <p:nvPr>
            <p:ph idx="2" type="subTitle"/>
          </p:nvPr>
        </p:nvSpPr>
        <p:spPr>
          <a:xfrm>
            <a:off x="7315120" y="2949200"/>
            <a:ext cx="5473500" cy="336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1" name="Google Shape;201;p5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6"/>
          <p:cNvGrpSpPr/>
          <p:nvPr/>
        </p:nvGrpSpPr>
        <p:grpSpPr>
          <a:xfrm>
            <a:off x="-1965102" y="4788912"/>
            <a:ext cx="3426338" cy="4219333"/>
            <a:chOff x="7326200" y="3196774"/>
            <a:chExt cx="1997283" cy="2459535"/>
          </a:xfrm>
        </p:grpSpPr>
        <p:grpSp>
          <p:nvGrpSpPr>
            <p:cNvPr id="204" name="Google Shape;204;p6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2" name="Google Shape;222;p6"/>
          <p:cNvGrpSpPr/>
          <p:nvPr/>
        </p:nvGrpSpPr>
        <p:grpSpPr>
          <a:xfrm>
            <a:off x="12402618" y="4919752"/>
            <a:ext cx="3426338" cy="4219333"/>
            <a:chOff x="7326200" y="3196774"/>
            <a:chExt cx="1997283" cy="2459535"/>
          </a:xfrm>
        </p:grpSpPr>
        <p:grpSp>
          <p:nvGrpSpPr>
            <p:cNvPr id="223" name="Google Shape;223;p6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24" name="Google Shape;224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" name="Google Shape;229;p6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30" name="Google Shape;230;p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" name="Google Shape;235;p6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36" name="Google Shape;236;p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1" name="Google Shape;241;p6"/>
          <p:cNvGrpSpPr/>
          <p:nvPr/>
        </p:nvGrpSpPr>
        <p:grpSpPr>
          <a:xfrm>
            <a:off x="12742987" y="-521317"/>
            <a:ext cx="2344927" cy="1990374"/>
            <a:chOff x="6064225" y="1470325"/>
            <a:chExt cx="1112500" cy="944200"/>
          </a:xfrm>
        </p:grpSpPr>
        <p:sp>
          <p:nvSpPr>
            <p:cNvPr id="242" name="Google Shape;242;p6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6"/>
          <p:cNvGrpSpPr/>
          <p:nvPr/>
        </p:nvGrpSpPr>
        <p:grpSpPr>
          <a:xfrm>
            <a:off x="13223160" y="2898680"/>
            <a:ext cx="1683960" cy="536200"/>
            <a:chOff x="2293625" y="793625"/>
            <a:chExt cx="1052475" cy="335125"/>
          </a:xfrm>
        </p:grpSpPr>
        <p:sp>
          <p:nvSpPr>
            <p:cNvPr id="245" name="Google Shape;245;p6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6"/>
          <p:cNvGrpSpPr/>
          <p:nvPr/>
        </p:nvGrpSpPr>
        <p:grpSpPr>
          <a:xfrm flipH="1">
            <a:off x="11102532" y="302324"/>
            <a:ext cx="597481" cy="561028"/>
            <a:chOff x="3708550" y="3474950"/>
            <a:chExt cx="256100" cy="240475"/>
          </a:xfrm>
        </p:grpSpPr>
        <p:sp>
          <p:nvSpPr>
            <p:cNvPr id="248" name="Google Shape;248;p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6"/>
          <p:cNvGrpSpPr/>
          <p:nvPr/>
        </p:nvGrpSpPr>
        <p:grpSpPr>
          <a:xfrm flipH="1">
            <a:off x="308572" y="1018484"/>
            <a:ext cx="597481" cy="561028"/>
            <a:chOff x="3708550" y="3474950"/>
            <a:chExt cx="256100" cy="240475"/>
          </a:xfrm>
        </p:grpSpPr>
        <p:sp>
          <p:nvSpPr>
            <p:cNvPr id="251" name="Google Shape;251;p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6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7"/>
          <p:cNvGrpSpPr/>
          <p:nvPr/>
        </p:nvGrpSpPr>
        <p:grpSpPr>
          <a:xfrm flipH="1">
            <a:off x="3997190" y="6418937"/>
            <a:ext cx="6617517" cy="3520497"/>
            <a:chOff x="427600" y="1407698"/>
            <a:chExt cx="7990240" cy="4251808"/>
          </a:xfrm>
        </p:grpSpPr>
        <p:grpSp>
          <p:nvGrpSpPr>
            <p:cNvPr id="256" name="Google Shape;256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" name="Google Shape;280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81" name="Google Shape;281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6" name="Google Shape;286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87" name="Google Shape;287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2" name="Google Shape;292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93" name="Google Shape;293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8" name="Google Shape;298;p7"/>
          <p:cNvGrpSpPr/>
          <p:nvPr/>
        </p:nvGrpSpPr>
        <p:grpSpPr>
          <a:xfrm flipH="1">
            <a:off x="10614390" y="6418937"/>
            <a:ext cx="6617517" cy="3520497"/>
            <a:chOff x="427600" y="1407698"/>
            <a:chExt cx="7990240" cy="4251808"/>
          </a:xfrm>
        </p:grpSpPr>
        <p:grpSp>
          <p:nvGrpSpPr>
            <p:cNvPr id="299" name="Google Shape;299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00" name="Google Shape;300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" name="Google Shape;305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06" name="Google Shape;306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1" name="Google Shape;311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12" name="Google Shape;312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7" name="Google Shape;317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18" name="Google Shape;318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" name="Google Shape;323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24" name="Google Shape;324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9" name="Google Shape;329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30" name="Google Shape;330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5" name="Google Shape;335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36" name="Google Shape;336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1" name="Google Shape;341;p7"/>
          <p:cNvGrpSpPr/>
          <p:nvPr/>
        </p:nvGrpSpPr>
        <p:grpSpPr>
          <a:xfrm flipH="1">
            <a:off x="-2620010" y="6418937"/>
            <a:ext cx="6617517" cy="3520497"/>
            <a:chOff x="427600" y="1407698"/>
            <a:chExt cx="7990240" cy="4251808"/>
          </a:xfrm>
        </p:grpSpPr>
        <p:grpSp>
          <p:nvGrpSpPr>
            <p:cNvPr id="342" name="Google Shape;342;p7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343" name="Google Shape;343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" name="Google Shape;348;p7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4" name="Google Shape;354;p7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355" name="Google Shape;355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" name="Google Shape;360;p7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361" name="Google Shape;361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" name="Google Shape;366;p7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367" name="Google Shape;367;p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2" name="Google Shape;372;p7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373" name="Google Shape;373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8" name="Google Shape;378;p7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379" name="Google Shape;379;p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4" name="Google Shape;384;p7"/>
          <p:cNvGrpSpPr/>
          <p:nvPr/>
        </p:nvGrpSpPr>
        <p:grpSpPr>
          <a:xfrm>
            <a:off x="8824633" y="83950"/>
            <a:ext cx="2447320" cy="779266"/>
            <a:chOff x="2293625" y="793625"/>
            <a:chExt cx="1052475" cy="335125"/>
          </a:xfrm>
        </p:grpSpPr>
        <p:sp>
          <p:nvSpPr>
            <p:cNvPr id="385" name="Google Shape;385;p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7" name="Google Shape;387;p7"/>
          <p:cNvGrpSpPr/>
          <p:nvPr/>
        </p:nvGrpSpPr>
        <p:grpSpPr>
          <a:xfrm flipH="1">
            <a:off x="13430548" y="436944"/>
            <a:ext cx="597481" cy="561028"/>
            <a:chOff x="3708550" y="3474950"/>
            <a:chExt cx="256100" cy="240475"/>
          </a:xfrm>
        </p:grpSpPr>
        <p:sp>
          <p:nvSpPr>
            <p:cNvPr id="388" name="Google Shape;388;p7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7"/>
          <p:cNvSpPr txBox="1"/>
          <p:nvPr>
            <p:ph idx="1" type="subTitle"/>
          </p:nvPr>
        </p:nvSpPr>
        <p:spPr>
          <a:xfrm>
            <a:off x="7362420" y="4773440"/>
            <a:ext cx="5941500" cy="1562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91" name="Google Shape;391;p7"/>
          <p:cNvSpPr txBox="1"/>
          <p:nvPr>
            <p:ph type="title"/>
          </p:nvPr>
        </p:nvSpPr>
        <p:spPr>
          <a:xfrm>
            <a:off x="7362420" y="1893760"/>
            <a:ext cx="5941500" cy="29433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392" name="Google Shape;392;p7"/>
          <p:cNvSpPr/>
          <p:nvPr>
            <p:ph idx="2" type="pic"/>
          </p:nvPr>
        </p:nvSpPr>
        <p:spPr>
          <a:xfrm>
            <a:off x="1326540" y="1542480"/>
            <a:ext cx="5144700" cy="514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8"/>
          <p:cNvGrpSpPr/>
          <p:nvPr/>
        </p:nvGrpSpPr>
        <p:grpSpPr>
          <a:xfrm flipH="1" rot="899996">
            <a:off x="13433753" y="242617"/>
            <a:ext cx="839065" cy="690921"/>
            <a:chOff x="7315125" y="1121525"/>
            <a:chExt cx="1112525" cy="916100"/>
          </a:xfrm>
        </p:grpSpPr>
        <p:sp>
          <p:nvSpPr>
            <p:cNvPr id="395" name="Google Shape;395;p8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8"/>
          <p:cNvGrpSpPr/>
          <p:nvPr/>
        </p:nvGrpSpPr>
        <p:grpSpPr>
          <a:xfrm>
            <a:off x="5682412" y="169861"/>
            <a:ext cx="3845926" cy="836385"/>
            <a:chOff x="4007175" y="1128725"/>
            <a:chExt cx="2166475" cy="471150"/>
          </a:xfrm>
        </p:grpSpPr>
        <p:sp>
          <p:nvSpPr>
            <p:cNvPr id="398" name="Google Shape;398;p8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8"/>
          <p:cNvSpPr txBox="1"/>
          <p:nvPr>
            <p:ph type="title"/>
          </p:nvPr>
        </p:nvSpPr>
        <p:spPr>
          <a:xfrm>
            <a:off x="4827160" y="1928400"/>
            <a:ext cx="8662200" cy="43728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9"/>
          <p:cNvGrpSpPr/>
          <p:nvPr/>
        </p:nvGrpSpPr>
        <p:grpSpPr>
          <a:xfrm>
            <a:off x="4479433" y="6273259"/>
            <a:ext cx="5688575" cy="3151475"/>
            <a:chOff x="774567" y="3920787"/>
            <a:chExt cx="3555360" cy="1969672"/>
          </a:xfrm>
        </p:grpSpPr>
        <p:grpSp>
          <p:nvGrpSpPr>
            <p:cNvPr id="403" name="Google Shape;403;p9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404" name="Google Shape;404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9" name="Google Shape;409;p9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410" name="Google Shape;410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" name="Google Shape;415;p9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416" name="Google Shape;416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1" name="Google Shape;421;p9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422" name="Google Shape;422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7" name="Google Shape;427;p9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428" name="Google Shape;428;p9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9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" name="Google Shape;433;p9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434" name="Google Shape;434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" name="Google Shape;439;p9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440" name="Google Shape;440;p9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9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9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9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9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5" name="Google Shape;445;p9"/>
          <p:cNvSpPr txBox="1"/>
          <p:nvPr>
            <p:ph type="title"/>
          </p:nvPr>
        </p:nvSpPr>
        <p:spPr>
          <a:xfrm>
            <a:off x="3535920" y="2157880"/>
            <a:ext cx="7558500" cy="1199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446" name="Google Shape;446;p9"/>
          <p:cNvSpPr txBox="1"/>
          <p:nvPr>
            <p:ph idx="1" type="subTitle"/>
          </p:nvPr>
        </p:nvSpPr>
        <p:spPr>
          <a:xfrm>
            <a:off x="3535920" y="3618920"/>
            <a:ext cx="7558500" cy="1965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"/>
          <p:cNvSpPr txBox="1"/>
          <p:nvPr>
            <p:ph type="title"/>
          </p:nvPr>
        </p:nvSpPr>
        <p:spPr>
          <a:xfrm>
            <a:off x="1141160" y="6348680"/>
            <a:ext cx="12348000" cy="10104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11"/>
          <p:cNvGrpSpPr/>
          <p:nvPr/>
        </p:nvGrpSpPr>
        <p:grpSpPr>
          <a:xfrm rot="-900244">
            <a:off x="304908" y="292083"/>
            <a:ext cx="1345033" cy="1141555"/>
            <a:chOff x="6064225" y="1470325"/>
            <a:chExt cx="1112500" cy="944200"/>
          </a:xfrm>
        </p:grpSpPr>
        <p:sp>
          <p:nvSpPr>
            <p:cNvPr id="451" name="Google Shape;451;p11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1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" name="Google Shape;453;p11"/>
          <p:cNvGrpSpPr/>
          <p:nvPr/>
        </p:nvGrpSpPr>
        <p:grpSpPr>
          <a:xfrm rot="899996">
            <a:off x="13484295" y="1203716"/>
            <a:ext cx="839065" cy="690921"/>
            <a:chOff x="7315125" y="1121525"/>
            <a:chExt cx="1112525" cy="916100"/>
          </a:xfrm>
        </p:grpSpPr>
        <p:sp>
          <p:nvSpPr>
            <p:cNvPr id="454" name="Google Shape;454;p1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6" name="Google Shape;456;p11"/>
          <p:cNvGrpSpPr/>
          <p:nvPr/>
        </p:nvGrpSpPr>
        <p:grpSpPr>
          <a:xfrm flipH="1">
            <a:off x="5456610" y="104181"/>
            <a:ext cx="3845926" cy="836385"/>
            <a:chOff x="4007175" y="1128725"/>
            <a:chExt cx="2166475" cy="471150"/>
          </a:xfrm>
        </p:grpSpPr>
        <p:sp>
          <p:nvSpPr>
            <p:cNvPr id="457" name="Google Shape;457;p1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" name="Google Shape;459;p11"/>
          <p:cNvGrpSpPr/>
          <p:nvPr/>
        </p:nvGrpSpPr>
        <p:grpSpPr>
          <a:xfrm flipH="1">
            <a:off x="239628" y="2446004"/>
            <a:ext cx="597481" cy="561028"/>
            <a:chOff x="3708550" y="3474950"/>
            <a:chExt cx="256100" cy="240475"/>
          </a:xfrm>
        </p:grpSpPr>
        <p:sp>
          <p:nvSpPr>
            <p:cNvPr id="460" name="Google Shape;460;p1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p11"/>
          <p:cNvSpPr txBox="1"/>
          <p:nvPr>
            <p:ph hasCustomPrompt="1" type="title"/>
          </p:nvPr>
        </p:nvSpPr>
        <p:spPr>
          <a:xfrm flipH="1">
            <a:off x="2420280" y="2349880"/>
            <a:ext cx="9789600" cy="23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3" name="Google Shape;463;p11"/>
          <p:cNvSpPr txBox="1"/>
          <p:nvPr>
            <p:ph idx="1" type="body"/>
          </p:nvPr>
        </p:nvSpPr>
        <p:spPr>
          <a:xfrm>
            <a:off x="2420400" y="5157800"/>
            <a:ext cx="9789600" cy="721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12750" lvl="0" marL="457200" algn="ctr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13"/>
          <p:cNvGrpSpPr/>
          <p:nvPr/>
        </p:nvGrpSpPr>
        <p:grpSpPr>
          <a:xfrm>
            <a:off x="-476507" y="6740683"/>
            <a:ext cx="8090917" cy="4304956"/>
            <a:chOff x="427600" y="1407698"/>
            <a:chExt cx="7990240" cy="4251808"/>
          </a:xfrm>
        </p:grpSpPr>
        <p:grpSp>
          <p:nvGrpSpPr>
            <p:cNvPr id="467" name="Google Shape;467;p1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468" name="Google Shape;468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3" name="Google Shape;473;p1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474" name="Google Shape;474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9" name="Google Shape;479;p1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480" name="Google Shape;480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5" name="Google Shape;485;p1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486" name="Google Shape;486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1" name="Google Shape;491;p1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492" name="Google Shape;492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7" name="Google Shape;497;p1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498" name="Google Shape;498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3" name="Google Shape;503;p1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504" name="Google Shape;504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9" name="Google Shape;509;p13"/>
          <p:cNvGrpSpPr/>
          <p:nvPr/>
        </p:nvGrpSpPr>
        <p:grpSpPr>
          <a:xfrm>
            <a:off x="7474693" y="7028403"/>
            <a:ext cx="8090917" cy="4304956"/>
            <a:chOff x="427600" y="1407698"/>
            <a:chExt cx="7990240" cy="4251808"/>
          </a:xfrm>
        </p:grpSpPr>
        <p:grpSp>
          <p:nvGrpSpPr>
            <p:cNvPr id="510" name="Google Shape;510;p1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6" name="Google Shape;516;p1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517" name="Google Shape;517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2" name="Google Shape;522;p1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523" name="Google Shape;523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8" name="Google Shape;528;p1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529" name="Google Shape;529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4" name="Google Shape;534;p1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0" name="Google Shape;540;p1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541" name="Google Shape;541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6" name="Google Shape;546;p1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547" name="Google Shape;547;p1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2" name="Google Shape;552;p13"/>
          <p:cNvGrpSpPr/>
          <p:nvPr/>
        </p:nvGrpSpPr>
        <p:grpSpPr>
          <a:xfrm flipH="1">
            <a:off x="13696212" y="3034364"/>
            <a:ext cx="597481" cy="561028"/>
            <a:chOff x="3708550" y="3474950"/>
            <a:chExt cx="256100" cy="240475"/>
          </a:xfrm>
        </p:grpSpPr>
        <p:sp>
          <p:nvSpPr>
            <p:cNvPr id="553" name="Google Shape;553;p1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5" name="Google Shape;555;p13"/>
          <p:cNvSpPr txBox="1"/>
          <p:nvPr>
            <p:ph hasCustomPrompt="1" type="title"/>
          </p:nvPr>
        </p:nvSpPr>
        <p:spPr>
          <a:xfrm flipH="1">
            <a:off x="1158641" y="2717850"/>
            <a:ext cx="1375800" cy="104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56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r>
              <a:t>xx%</a:t>
            </a:r>
          </a:p>
        </p:txBody>
      </p:sp>
      <p:sp>
        <p:nvSpPr>
          <p:cNvPr id="556" name="Google Shape;556;p13"/>
          <p:cNvSpPr txBox="1"/>
          <p:nvPr>
            <p:ph idx="1" type="subTitle"/>
          </p:nvPr>
        </p:nvSpPr>
        <p:spPr>
          <a:xfrm flipH="1">
            <a:off x="2684380" y="2582200"/>
            <a:ext cx="3596100" cy="1164000"/>
          </a:xfrm>
          <a:prstGeom prst="rect">
            <a:avLst/>
          </a:prstGeom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57" name="Google Shape;557;p13"/>
          <p:cNvSpPr txBox="1"/>
          <p:nvPr>
            <p:ph idx="2" type="subTitle"/>
          </p:nvPr>
        </p:nvSpPr>
        <p:spPr>
          <a:xfrm flipH="1">
            <a:off x="2684379" y="3595229"/>
            <a:ext cx="35961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558" name="Google Shape;558;p13"/>
          <p:cNvSpPr txBox="1"/>
          <p:nvPr>
            <p:ph hasCustomPrompt="1" idx="3" type="title"/>
          </p:nvPr>
        </p:nvSpPr>
        <p:spPr>
          <a:xfrm flipH="1">
            <a:off x="1158606" y="5282770"/>
            <a:ext cx="1375800" cy="104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56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r>
              <a:t>xx%</a:t>
            </a:r>
          </a:p>
        </p:txBody>
      </p:sp>
      <p:sp>
        <p:nvSpPr>
          <p:cNvPr id="559" name="Google Shape;559;p13"/>
          <p:cNvSpPr txBox="1"/>
          <p:nvPr>
            <p:ph idx="4" type="subTitle"/>
          </p:nvPr>
        </p:nvSpPr>
        <p:spPr>
          <a:xfrm flipH="1">
            <a:off x="2684336" y="5146912"/>
            <a:ext cx="3596100" cy="1164000"/>
          </a:xfrm>
          <a:prstGeom prst="rect">
            <a:avLst/>
          </a:prstGeom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60" name="Google Shape;560;p13"/>
          <p:cNvSpPr txBox="1"/>
          <p:nvPr>
            <p:ph idx="5" type="subTitle"/>
          </p:nvPr>
        </p:nvSpPr>
        <p:spPr>
          <a:xfrm flipH="1">
            <a:off x="2684341" y="6131800"/>
            <a:ext cx="35961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561" name="Google Shape;561;p13"/>
          <p:cNvSpPr txBox="1"/>
          <p:nvPr>
            <p:ph hasCustomPrompt="1" idx="6" type="title"/>
          </p:nvPr>
        </p:nvSpPr>
        <p:spPr>
          <a:xfrm>
            <a:off x="7316089" y="2717850"/>
            <a:ext cx="1375800" cy="104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56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r>
              <a:t>xx%</a:t>
            </a:r>
          </a:p>
        </p:txBody>
      </p:sp>
      <p:sp>
        <p:nvSpPr>
          <p:cNvPr id="562" name="Google Shape;562;p13"/>
          <p:cNvSpPr txBox="1"/>
          <p:nvPr>
            <p:ph idx="7" type="subTitle"/>
          </p:nvPr>
        </p:nvSpPr>
        <p:spPr>
          <a:xfrm>
            <a:off x="8858204" y="2582200"/>
            <a:ext cx="3596100" cy="1164000"/>
          </a:xfrm>
          <a:prstGeom prst="rect">
            <a:avLst/>
          </a:prstGeom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63" name="Google Shape;563;p13"/>
          <p:cNvSpPr txBox="1"/>
          <p:nvPr>
            <p:ph idx="8" type="subTitle"/>
          </p:nvPr>
        </p:nvSpPr>
        <p:spPr>
          <a:xfrm>
            <a:off x="8858201" y="3595246"/>
            <a:ext cx="35961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564" name="Google Shape;564;p13"/>
          <p:cNvSpPr txBox="1"/>
          <p:nvPr>
            <p:ph hasCustomPrompt="1" idx="9" type="title"/>
          </p:nvPr>
        </p:nvSpPr>
        <p:spPr>
          <a:xfrm>
            <a:off x="7316044" y="5282770"/>
            <a:ext cx="1375800" cy="104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56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/>
          <p:nvPr>
            <p:ph idx="13" type="subTitle"/>
          </p:nvPr>
        </p:nvSpPr>
        <p:spPr>
          <a:xfrm>
            <a:off x="8858160" y="5146911"/>
            <a:ext cx="3596100" cy="1164000"/>
          </a:xfrm>
          <a:prstGeom prst="rect">
            <a:avLst/>
          </a:prstGeom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566" name="Google Shape;566;p13"/>
          <p:cNvSpPr txBox="1"/>
          <p:nvPr>
            <p:ph idx="14" type="subTitle"/>
          </p:nvPr>
        </p:nvSpPr>
        <p:spPr>
          <a:xfrm>
            <a:off x="8858163" y="6131800"/>
            <a:ext cx="35961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567" name="Google Shape;567;p13"/>
          <p:cNvSpPr txBox="1"/>
          <p:nvPr>
            <p:ph idx="15"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14"/>
          <p:cNvGrpSpPr/>
          <p:nvPr/>
        </p:nvGrpSpPr>
        <p:grpSpPr>
          <a:xfrm>
            <a:off x="12072172" y="2291841"/>
            <a:ext cx="3845926" cy="836385"/>
            <a:chOff x="4007175" y="1128725"/>
            <a:chExt cx="2166475" cy="471150"/>
          </a:xfrm>
        </p:grpSpPr>
        <p:sp>
          <p:nvSpPr>
            <p:cNvPr id="570" name="Google Shape;570;p1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4"/>
          <p:cNvGrpSpPr/>
          <p:nvPr/>
        </p:nvGrpSpPr>
        <p:grpSpPr>
          <a:xfrm>
            <a:off x="13769865" y="6568158"/>
            <a:ext cx="597481" cy="561028"/>
            <a:chOff x="3708550" y="3474950"/>
            <a:chExt cx="256100" cy="240475"/>
          </a:xfrm>
        </p:grpSpPr>
        <p:sp>
          <p:nvSpPr>
            <p:cNvPr id="573" name="Google Shape;573;p1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14"/>
          <p:cNvSpPr txBox="1"/>
          <p:nvPr>
            <p:ph type="title"/>
          </p:nvPr>
        </p:nvSpPr>
        <p:spPr>
          <a:xfrm>
            <a:off x="7315200" y="3783320"/>
            <a:ext cx="6173700" cy="2419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200"/>
              <a:buNone/>
              <a:defRPr sz="7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76" name="Google Shape;576;p14"/>
          <p:cNvSpPr txBox="1"/>
          <p:nvPr>
            <p:ph hasCustomPrompt="1" idx="2" type="title"/>
          </p:nvPr>
        </p:nvSpPr>
        <p:spPr>
          <a:xfrm>
            <a:off x="7315200" y="876880"/>
            <a:ext cx="2900100" cy="2545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4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77" name="Google Shape;577;p14"/>
          <p:cNvSpPr txBox="1"/>
          <p:nvPr>
            <p:ph idx="1" type="subTitle"/>
          </p:nvPr>
        </p:nvSpPr>
        <p:spPr>
          <a:xfrm>
            <a:off x="7315200" y="6319680"/>
            <a:ext cx="6173700" cy="6735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15"/>
          <p:cNvGrpSpPr/>
          <p:nvPr/>
        </p:nvGrpSpPr>
        <p:grpSpPr>
          <a:xfrm>
            <a:off x="-82447" y="1607790"/>
            <a:ext cx="2447320" cy="779266"/>
            <a:chOff x="2293625" y="793625"/>
            <a:chExt cx="1052475" cy="335125"/>
          </a:xfrm>
        </p:grpSpPr>
        <p:sp>
          <p:nvSpPr>
            <p:cNvPr id="580" name="Google Shape;580;p1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2" name="Google Shape;582;p15"/>
          <p:cNvSpPr txBox="1"/>
          <p:nvPr>
            <p:ph type="title"/>
          </p:nvPr>
        </p:nvSpPr>
        <p:spPr>
          <a:xfrm>
            <a:off x="1160720" y="3783320"/>
            <a:ext cx="7676100" cy="2419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7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83" name="Google Shape;583;p15"/>
          <p:cNvSpPr txBox="1"/>
          <p:nvPr>
            <p:ph hasCustomPrompt="1" idx="2" type="title"/>
          </p:nvPr>
        </p:nvSpPr>
        <p:spPr>
          <a:xfrm>
            <a:off x="3548620" y="876880"/>
            <a:ext cx="2900100" cy="2545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44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84" name="Google Shape;584;p15"/>
          <p:cNvSpPr txBox="1"/>
          <p:nvPr>
            <p:ph idx="1" type="subTitle"/>
          </p:nvPr>
        </p:nvSpPr>
        <p:spPr>
          <a:xfrm>
            <a:off x="1160720" y="6319680"/>
            <a:ext cx="7676100" cy="6735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6"/>
          <p:cNvGrpSpPr/>
          <p:nvPr/>
        </p:nvGrpSpPr>
        <p:grpSpPr>
          <a:xfrm flipH="1">
            <a:off x="12491574" y="3046228"/>
            <a:ext cx="1458743" cy="539985"/>
            <a:chOff x="1119600" y="2506400"/>
            <a:chExt cx="763700" cy="282700"/>
          </a:xfrm>
        </p:grpSpPr>
        <p:sp>
          <p:nvSpPr>
            <p:cNvPr id="587" name="Google Shape;587;p1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16"/>
          <p:cNvGrpSpPr/>
          <p:nvPr/>
        </p:nvGrpSpPr>
        <p:grpSpPr>
          <a:xfrm flipH="1" rot="-899996">
            <a:off x="12801280" y="761616"/>
            <a:ext cx="839065" cy="690921"/>
            <a:chOff x="7315125" y="1121525"/>
            <a:chExt cx="1112525" cy="916100"/>
          </a:xfrm>
        </p:grpSpPr>
        <p:sp>
          <p:nvSpPr>
            <p:cNvPr id="590" name="Google Shape;590;p16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16"/>
          <p:cNvSpPr txBox="1"/>
          <p:nvPr>
            <p:ph type="title"/>
          </p:nvPr>
        </p:nvSpPr>
        <p:spPr>
          <a:xfrm>
            <a:off x="6060640" y="3974520"/>
            <a:ext cx="7306500" cy="2419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7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93" name="Google Shape;593;p16"/>
          <p:cNvSpPr txBox="1"/>
          <p:nvPr>
            <p:ph hasCustomPrompt="1" idx="2" type="title"/>
          </p:nvPr>
        </p:nvSpPr>
        <p:spPr>
          <a:xfrm>
            <a:off x="8263760" y="1068079"/>
            <a:ext cx="2900100" cy="2545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14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94" name="Google Shape;594;p16"/>
          <p:cNvSpPr txBox="1"/>
          <p:nvPr>
            <p:ph idx="1" type="subTitle"/>
          </p:nvPr>
        </p:nvSpPr>
        <p:spPr>
          <a:xfrm>
            <a:off x="6060640" y="6510880"/>
            <a:ext cx="7306500" cy="6735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17"/>
          <p:cNvGrpSpPr/>
          <p:nvPr/>
        </p:nvGrpSpPr>
        <p:grpSpPr>
          <a:xfrm flipH="1" rot="900244">
            <a:off x="12597967" y="585823"/>
            <a:ext cx="1345033" cy="1141555"/>
            <a:chOff x="6064225" y="1470325"/>
            <a:chExt cx="1112500" cy="944200"/>
          </a:xfrm>
        </p:grpSpPr>
        <p:sp>
          <p:nvSpPr>
            <p:cNvPr id="597" name="Google Shape;597;p17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17"/>
          <p:cNvGrpSpPr/>
          <p:nvPr/>
        </p:nvGrpSpPr>
        <p:grpSpPr>
          <a:xfrm flipH="1" rot="-899996">
            <a:off x="892309" y="715436"/>
            <a:ext cx="839065" cy="690921"/>
            <a:chOff x="7315125" y="1121525"/>
            <a:chExt cx="1112525" cy="916100"/>
          </a:xfrm>
        </p:grpSpPr>
        <p:sp>
          <p:nvSpPr>
            <p:cNvPr id="600" name="Google Shape;600;p17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17"/>
          <p:cNvGrpSpPr/>
          <p:nvPr/>
        </p:nvGrpSpPr>
        <p:grpSpPr>
          <a:xfrm>
            <a:off x="-2039268" y="1882361"/>
            <a:ext cx="3845926" cy="836385"/>
            <a:chOff x="4007175" y="1128725"/>
            <a:chExt cx="2166475" cy="471150"/>
          </a:xfrm>
        </p:grpSpPr>
        <p:sp>
          <p:nvSpPr>
            <p:cNvPr id="603" name="Google Shape;603;p17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5" name="Google Shape;605;p17"/>
          <p:cNvSpPr txBox="1"/>
          <p:nvPr>
            <p:ph type="title"/>
          </p:nvPr>
        </p:nvSpPr>
        <p:spPr>
          <a:xfrm>
            <a:off x="3921840" y="1580840"/>
            <a:ext cx="6786600" cy="2148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152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606" name="Google Shape;606;p17"/>
          <p:cNvSpPr txBox="1"/>
          <p:nvPr>
            <p:ph idx="1" type="body"/>
          </p:nvPr>
        </p:nvSpPr>
        <p:spPr>
          <a:xfrm>
            <a:off x="3921680" y="3509000"/>
            <a:ext cx="6786600" cy="11415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 algn="ctr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  <a:defRPr sz="26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18"/>
          <p:cNvGrpSpPr/>
          <p:nvPr/>
        </p:nvGrpSpPr>
        <p:grpSpPr>
          <a:xfrm>
            <a:off x="5154733" y="863230"/>
            <a:ext cx="2447320" cy="779266"/>
            <a:chOff x="2293625" y="793625"/>
            <a:chExt cx="1052475" cy="335125"/>
          </a:xfrm>
        </p:grpSpPr>
        <p:sp>
          <p:nvSpPr>
            <p:cNvPr id="609" name="Google Shape;609;p1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1" name="Google Shape;611;p18"/>
          <p:cNvSpPr/>
          <p:nvPr>
            <p:ph idx="2" type="pic"/>
          </p:nvPr>
        </p:nvSpPr>
        <p:spPr>
          <a:xfrm>
            <a:off x="8912880" y="2195600"/>
            <a:ext cx="2350500" cy="38769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18"/>
          <p:cNvSpPr txBox="1"/>
          <p:nvPr>
            <p:ph idx="1" type="subTitle"/>
          </p:nvPr>
        </p:nvSpPr>
        <p:spPr>
          <a:xfrm>
            <a:off x="2514960" y="3935860"/>
            <a:ext cx="5185800" cy="1490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13" name="Google Shape;613;p18"/>
          <p:cNvSpPr txBox="1"/>
          <p:nvPr>
            <p:ph type="title"/>
          </p:nvPr>
        </p:nvSpPr>
        <p:spPr>
          <a:xfrm>
            <a:off x="2514920" y="2803340"/>
            <a:ext cx="5185800" cy="952200"/>
          </a:xfrm>
          <a:prstGeom prst="rect">
            <a:avLst/>
          </a:prstGeom>
          <a:noFill/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614" name="Google Shape;614;p18"/>
          <p:cNvGrpSpPr/>
          <p:nvPr/>
        </p:nvGrpSpPr>
        <p:grpSpPr>
          <a:xfrm>
            <a:off x="13290519" y="1204164"/>
            <a:ext cx="597481" cy="561028"/>
            <a:chOff x="3708550" y="3474950"/>
            <a:chExt cx="256100" cy="240475"/>
          </a:xfrm>
        </p:grpSpPr>
        <p:sp>
          <p:nvSpPr>
            <p:cNvPr id="615" name="Google Shape;615;p1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9"/>
          <p:cNvSpPr/>
          <p:nvPr>
            <p:ph idx="2" type="pic"/>
          </p:nvPr>
        </p:nvSpPr>
        <p:spPr>
          <a:xfrm>
            <a:off x="2066960" y="2381320"/>
            <a:ext cx="4477500" cy="347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19" name="Google Shape;619;p19"/>
          <p:cNvSpPr txBox="1"/>
          <p:nvPr>
            <p:ph idx="1" type="subTitle"/>
          </p:nvPr>
        </p:nvSpPr>
        <p:spPr>
          <a:xfrm>
            <a:off x="7776440" y="3935860"/>
            <a:ext cx="5185800" cy="1490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20" name="Google Shape;620;p19"/>
          <p:cNvSpPr txBox="1"/>
          <p:nvPr>
            <p:ph type="title"/>
          </p:nvPr>
        </p:nvSpPr>
        <p:spPr>
          <a:xfrm>
            <a:off x="7776400" y="2803340"/>
            <a:ext cx="5185800" cy="952200"/>
          </a:xfrm>
          <a:prstGeom prst="rect">
            <a:avLst/>
          </a:prstGeom>
          <a:noFill/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621" name="Google Shape;621;p19"/>
          <p:cNvGrpSpPr/>
          <p:nvPr/>
        </p:nvGrpSpPr>
        <p:grpSpPr>
          <a:xfrm flipH="1">
            <a:off x="3942052" y="737724"/>
            <a:ext cx="597481" cy="561028"/>
            <a:chOff x="3708550" y="3474950"/>
            <a:chExt cx="256100" cy="240475"/>
          </a:xfrm>
        </p:grpSpPr>
        <p:sp>
          <p:nvSpPr>
            <p:cNvPr id="622" name="Google Shape;622;p1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2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20"/>
          <p:cNvGrpSpPr/>
          <p:nvPr/>
        </p:nvGrpSpPr>
        <p:grpSpPr>
          <a:xfrm>
            <a:off x="-646748" y="1035481"/>
            <a:ext cx="3845926" cy="836385"/>
            <a:chOff x="4007175" y="1128725"/>
            <a:chExt cx="2166475" cy="471150"/>
          </a:xfrm>
        </p:grpSpPr>
        <p:sp>
          <p:nvSpPr>
            <p:cNvPr id="626" name="Google Shape;626;p20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20"/>
          <p:cNvGrpSpPr/>
          <p:nvPr/>
        </p:nvGrpSpPr>
        <p:grpSpPr>
          <a:xfrm flipH="1">
            <a:off x="6452172" y="1035604"/>
            <a:ext cx="597481" cy="561028"/>
            <a:chOff x="3708550" y="3474950"/>
            <a:chExt cx="256100" cy="240475"/>
          </a:xfrm>
        </p:grpSpPr>
        <p:sp>
          <p:nvSpPr>
            <p:cNvPr id="629" name="Google Shape;629;p2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1" name="Google Shape;631;p20"/>
          <p:cNvSpPr txBox="1"/>
          <p:nvPr>
            <p:ph idx="1" type="subTitle"/>
          </p:nvPr>
        </p:nvSpPr>
        <p:spPr>
          <a:xfrm>
            <a:off x="1563840" y="3935860"/>
            <a:ext cx="5185800" cy="1490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32" name="Google Shape;632;p20"/>
          <p:cNvSpPr txBox="1"/>
          <p:nvPr>
            <p:ph type="title"/>
          </p:nvPr>
        </p:nvSpPr>
        <p:spPr>
          <a:xfrm>
            <a:off x="1563800" y="2803340"/>
            <a:ext cx="5185800" cy="952200"/>
          </a:xfrm>
          <a:prstGeom prst="rect">
            <a:avLst/>
          </a:prstGeom>
          <a:noFill/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pic>
        <p:nvPicPr>
          <p:cNvPr id="633" name="Google Shape;63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2961" y="2495602"/>
            <a:ext cx="3788401" cy="2129120"/>
          </a:xfrm>
          <a:prstGeom prst="rect">
            <a:avLst/>
          </a:prstGeom>
          <a:noFill/>
          <a:ln cap="flat" cmpd="sng" w="304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4" name="Google Shape;634;p20"/>
          <p:cNvSpPr/>
          <p:nvPr>
            <p:ph idx="2" type="pic"/>
          </p:nvPr>
        </p:nvSpPr>
        <p:spPr>
          <a:xfrm>
            <a:off x="8054551" y="2111392"/>
            <a:ext cx="4755000" cy="270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8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1"/>
          <p:cNvSpPr txBox="1"/>
          <p:nvPr>
            <p:ph idx="1" type="body"/>
          </p:nvPr>
        </p:nvSpPr>
        <p:spPr>
          <a:xfrm>
            <a:off x="1152040" y="2738880"/>
            <a:ext cx="12348000" cy="1376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637" name="Google Shape;637;p21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638" name="Google Shape;638;p21"/>
          <p:cNvGrpSpPr/>
          <p:nvPr/>
        </p:nvGrpSpPr>
        <p:grpSpPr>
          <a:xfrm flipH="1" rot="899996">
            <a:off x="13232257" y="1159110"/>
            <a:ext cx="839065" cy="690921"/>
            <a:chOff x="7315125" y="1121525"/>
            <a:chExt cx="1112525" cy="916100"/>
          </a:xfrm>
        </p:grpSpPr>
        <p:sp>
          <p:nvSpPr>
            <p:cNvPr id="639" name="Google Shape;639;p2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1" name="Google Shape;641;p21"/>
          <p:cNvGrpSpPr/>
          <p:nvPr/>
        </p:nvGrpSpPr>
        <p:grpSpPr>
          <a:xfrm>
            <a:off x="13292812" y="3086681"/>
            <a:ext cx="3845926" cy="836385"/>
            <a:chOff x="4007175" y="1128725"/>
            <a:chExt cx="2166475" cy="471150"/>
          </a:xfrm>
        </p:grpSpPr>
        <p:sp>
          <p:nvSpPr>
            <p:cNvPr id="642" name="Google Shape;642;p2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_1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22"/>
          <p:cNvGrpSpPr/>
          <p:nvPr/>
        </p:nvGrpSpPr>
        <p:grpSpPr>
          <a:xfrm>
            <a:off x="11824414" y="4423008"/>
            <a:ext cx="4580016" cy="5453651"/>
            <a:chOff x="4854346" y="1649451"/>
            <a:chExt cx="4202621" cy="5004268"/>
          </a:xfrm>
        </p:grpSpPr>
        <p:grpSp>
          <p:nvGrpSpPr>
            <p:cNvPr id="646" name="Google Shape;646;p22"/>
            <p:cNvGrpSpPr/>
            <p:nvPr/>
          </p:nvGrpSpPr>
          <p:grpSpPr>
            <a:xfrm>
              <a:off x="4854346" y="2100776"/>
              <a:ext cx="1509962" cy="4552943"/>
              <a:chOff x="4749600" y="2924725"/>
              <a:chExt cx="1313125" cy="3959425"/>
            </a:xfrm>
          </p:grpSpPr>
          <p:sp>
            <p:nvSpPr>
              <p:cNvPr id="647" name="Google Shape;647;p2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2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2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2" name="Google Shape;652;p22"/>
            <p:cNvGrpSpPr/>
            <p:nvPr/>
          </p:nvGrpSpPr>
          <p:grpSpPr>
            <a:xfrm>
              <a:off x="7547033" y="1804613"/>
              <a:ext cx="1509934" cy="4224416"/>
              <a:chOff x="5789900" y="1448250"/>
              <a:chExt cx="1313100" cy="3673725"/>
            </a:xfrm>
          </p:grpSpPr>
          <p:sp>
            <p:nvSpPr>
              <p:cNvPr id="653" name="Google Shape;653;p2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2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2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2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22"/>
            <p:cNvGrpSpPr/>
            <p:nvPr/>
          </p:nvGrpSpPr>
          <p:grpSpPr>
            <a:xfrm>
              <a:off x="6245246" y="1649451"/>
              <a:ext cx="1509962" cy="4552943"/>
              <a:chOff x="4749600" y="2924725"/>
              <a:chExt cx="1313125" cy="3959425"/>
            </a:xfrm>
          </p:grpSpPr>
          <p:sp>
            <p:nvSpPr>
              <p:cNvPr id="659" name="Google Shape;659;p2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2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2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2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4" name="Google Shape;664;p22"/>
          <p:cNvGrpSpPr/>
          <p:nvPr/>
        </p:nvGrpSpPr>
        <p:grpSpPr>
          <a:xfrm flipH="1">
            <a:off x="1239307" y="6273259"/>
            <a:ext cx="5688575" cy="3151475"/>
            <a:chOff x="774567" y="3920787"/>
            <a:chExt cx="3555360" cy="1969672"/>
          </a:xfrm>
        </p:grpSpPr>
        <p:grpSp>
          <p:nvGrpSpPr>
            <p:cNvPr id="665" name="Google Shape;665;p22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666" name="Google Shape;666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1" name="Google Shape;671;p22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672" name="Google Shape;672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7" name="Google Shape;677;p22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678" name="Google Shape;678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3" name="Google Shape;683;p22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684" name="Google Shape;684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9" name="Google Shape;689;p22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690" name="Google Shape;690;p22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22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22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22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22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5" name="Google Shape;695;p22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696" name="Google Shape;696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1" name="Google Shape;701;p22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702" name="Google Shape;702;p22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22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22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22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22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7" name="Google Shape;707;p22"/>
          <p:cNvGrpSpPr/>
          <p:nvPr/>
        </p:nvGrpSpPr>
        <p:grpSpPr>
          <a:xfrm>
            <a:off x="411834" y="593268"/>
            <a:ext cx="1458743" cy="539985"/>
            <a:chOff x="1119600" y="2506400"/>
            <a:chExt cx="763700" cy="282700"/>
          </a:xfrm>
        </p:grpSpPr>
        <p:sp>
          <p:nvSpPr>
            <p:cNvPr id="708" name="Google Shape;708;p22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22"/>
          <p:cNvGrpSpPr/>
          <p:nvPr/>
        </p:nvGrpSpPr>
        <p:grpSpPr>
          <a:xfrm flipH="1">
            <a:off x="13489092" y="1191924"/>
            <a:ext cx="597481" cy="561028"/>
            <a:chOff x="3708550" y="3474950"/>
            <a:chExt cx="256100" cy="240475"/>
          </a:xfrm>
        </p:grpSpPr>
        <p:sp>
          <p:nvSpPr>
            <p:cNvPr id="711" name="Google Shape;711;p2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3" name="Google Shape;713;p22"/>
          <p:cNvGrpSpPr/>
          <p:nvPr/>
        </p:nvGrpSpPr>
        <p:grpSpPr>
          <a:xfrm flipH="1">
            <a:off x="7315174" y="593268"/>
            <a:ext cx="1458743" cy="539985"/>
            <a:chOff x="1119600" y="2506400"/>
            <a:chExt cx="763700" cy="282700"/>
          </a:xfrm>
        </p:grpSpPr>
        <p:sp>
          <p:nvSpPr>
            <p:cNvPr id="714" name="Google Shape;714;p22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6" name="Google Shape;716;p22"/>
          <p:cNvSpPr txBox="1"/>
          <p:nvPr>
            <p:ph type="title"/>
          </p:nvPr>
        </p:nvSpPr>
        <p:spPr>
          <a:xfrm>
            <a:off x="1147963" y="5038640"/>
            <a:ext cx="8501400" cy="8184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800"/>
            </a:lvl9pPr>
          </a:lstStyle>
          <a:p/>
        </p:txBody>
      </p:sp>
      <p:sp>
        <p:nvSpPr>
          <p:cNvPr id="717" name="Google Shape;717;p22"/>
          <p:cNvSpPr txBox="1"/>
          <p:nvPr>
            <p:ph idx="1" type="subTitle"/>
          </p:nvPr>
        </p:nvSpPr>
        <p:spPr>
          <a:xfrm>
            <a:off x="1147960" y="2372560"/>
            <a:ext cx="8501400" cy="2276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9" name="Google Shape;719;p23"/>
          <p:cNvGrpSpPr/>
          <p:nvPr/>
        </p:nvGrpSpPr>
        <p:grpSpPr>
          <a:xfrm>
            <a:off x="-337507" y="723670"/>
            <a:ext cx="2447320" cy="779266"/>
            <a:chOff x="2293625" y="793625"/>
            <a:chExt cx="1052475" cy="335125"/>
          </a:xfrm>
        </p:grpSpPr>
        <p:sp>
          <p:nvSpPr>
            <p:cNvPr id="720" name="Google Shape;720;p2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2" name="Google Shape;722;p23"/>
          <p:cNvGrpSpPr/>
          <p:nvPr/>
        </p:nvGrpSpPr>
        <p:grpSpPr>
          <a:xfrm flipH="1">
            <a:off x="7291750" y="6418937"/>
            <a:ext cx="6617517" cy="3520497"/>
            <a:chOff x="427600" y="1407698"/>
            <a:chExt cx="7990240" cy="4251808"/>
          </a:xfrm>
        </p:grpSpPr>
        <p:grpSp>
          <p:nvGrpSpPr>
            <p:cNvPr id="723" name="Google Shape;723;p2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724" name="Google Shape;724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9" name="Google Shape;729;p2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730" name="Google Shape;730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5" name="Google Shape;735;p2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736" name="Google Shape;736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1" name="Google Shape;741;p2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742" name="Google Shape;742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2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748" name="Google Shape;748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3" name="Google Shape;753;p2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754" name="Google Shape;754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9" name="Google Shape;759;p2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760" name="Google Shape;760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5" name="Google Shape;765;p23"/>
          <p:cNvGrpSpPr/>
          <p:nvPr/>
        </p:nvGrpSpPr>
        <p:grpSpPr>
          <a:xfrm flipH="1">
            <a:off x="674550" y="6418937"/>
            <a:ext cx="6617517" cy="3520497"/>
            <a:chOff x="427600" y="1407698"/>
            <a:chExt cx="7990240" cy="4251808"/>
          </a:xfrm>
        </p:grpSpPr>
        <p:grpSp>
          <p:nvGrpSpPr>
            <p:cNvPr id="766" name="Google Shape;766;p23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767" name="Google Shape;767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2" name="Google Shape;772;p23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773" name="Google Shape;773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8" name="Google Shape;778;p23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779" name="Google Shape;779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4" name="Google Shape;784;p23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785" name="Google Shape;785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0" name="Google Shape;790;p23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791" name="Google Shape;791;p23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23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23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23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23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6" name="Google Shape;796;p23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797" name="Google Shape;797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2" name="Google Shape;802;p23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803" name="Google Shape;803;p23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23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3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3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3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08" name="Google Shape;808;p23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24"/>
          <p:cNvGrpSpPr/>
          <p:nvPr/>
        </p:nvGrpSpPr>
        <p:grpSpPr>
          <a:xfrm flipH="1">
            <a:off x="3997190" y="6418937"/>
            <a:ext cx="6617517" cy="3520497"/>
            <a:chOff x="427600" y="1407698"/>
            <a:chExt cx="7990240" cy="4251808"/>
          </a:xfrm>
        </p:grpSpPr>
        <p:grpSp>
          <p:nvGrpSpPr>
            <p:cNvPr id="811" name="Google Shape;811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12" name="Google Shape;812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7" name="Google Shape;817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818" name="Google Shape;818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3" name="Google Shape;823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824" name="Google Shape;824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9" name="Google Shape;829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830" name="Google Shape;830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5" name="Google Shape;835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836" name="Google Shape;836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1" name="Google Shape;841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842" name="Google Shape;842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7" name="Google Shape;847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848" name="Google Shape;848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53" name="Google Shape;853;p24"/>
          <p:cNvGrpSpPr/>
          <p:nvPr/>
        </p:nvGrpSpPr>
        <p:grpSpPr>
          <a:xfrm flipH="1">
            <a:off x="10614390" y="6418937"/>
            <a:ext cx="6617517" cy="3520497"/>
            <a:chOff x="427600" y="1407698"/>
            <a:chExt cx="7990240" cy="4251808"/>
          </a:xfrm>
        </p:grpSpPr>
        <p:grpSp>
          <p:nvGrpSpPr>
            <p:cNvPr id="854" name="Google Shape;854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55" name="Google Shape;855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0" name="Google Shape;860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861" name="Google Shape;861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6" name="Google Shape;866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867" name="Google Shape;867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2" name="Google Shape;872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873" name="Google Shape;873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8" name="Google Shape;878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879" name="Google Shape;879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4" name="Google Shape;884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885" name="Google Shape;885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0" name="Google Shape;890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891" name="Google Shape;891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6" name="Google Shape;896;p24"/>
          <p:cNvGrpSpPr/>
          <p:nvPr/>
        </p:nvGrpSpPr>
        <p:grpSpPr>
          <a:xfrm flipH="1">
            <a:off x="-2620010" y="6418937"/>
            <a:ext cx="6617517" cy="3520497"/>
            <a:chOff x="427600" y="1407698"/>
            <a:chExt cx="7990240" cy="4251808"/>
          </a:xfrm>
        </p:grpSpPr>
        <p:grpSp>
          <p:nvGrpSpPr>
            <p:cNvPr id="897" name="Google Shape;897;p2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898" name="Google Shape;898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3" name="Google Shape;903;p2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04" name="Google Shape;904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9" name="Google Shape;909;p2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910" name="Google Shape;910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5" name="Google Shape;915;p2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916" name="Google Shape;916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1" name="Google Shape;921;p2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922" name="Google Shape;922;p2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2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2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7" name="Google Shape;927;p2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928" name="Google Shape;928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3" name="Google Shape;933;p2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934" name="Google Shape;934;p2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2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2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2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2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39" name="Google Shape;939;p24"/>
          <p:cNvGrpSpPr/>
          <p:nvPr/>
        </p:nvGrpSpPr>
        <p:grpSpPr>
          <a:xfrm>
            <a:off x="-2704777" y="2673041"/>
            <a:ext cx="3845926" cy="836385"/>
            <a:chOff x="4007175" y="1128725"/>
            <a:chExt cx="2166475" cy="471150"/>
          </a:xfrm>
        </p:grpSpPr>
        <p:sp>
          <p:nvSpPr>
            <p:cNvPr id="940" name="Google Shape;940;p2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2" name="Google Shape;942;p24"/>
          <p:cNvGrpSpPr/>
          <p:nvPr/>
        </p:nvGrpSpPr>
        <p:grpSpPr>
          <a:xfrm>
            <a:off x="13614983" y="2673041"/>
            <a:ext cx="3845926" cy="836385"/>
            <a:chOff x="4007175" y="1128725"/>
            <a:chExt cx="2166475" cy="471150"/>
          </a:xfrm>
        </p:grpSpPr>
        <p:sp>
          <p:nvSpPr>
            <p:cNvPr id="943" name="Google Shape;943;p24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5" name="Google Shape;945;p24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p25"/>
          <p:cNvGrpSpPr/>
          <p:nvPr/>
        </p:nvGrpSpPr>
        <p:grpSpPr>
          <a:xfrm flipH="1">
            <a:off x="7291750" y="6418937"/>
            <a:ext cx="6617517" cy="3520497"/>
            <a:chOff x="427600" y="1407698"/>
            <a:chExt cx="7990240" cy="4251808"/>
          </a:xfrm>
        </p:grpSpPr>
        <p:grpSp>
          <p:nvGrpSpPr>
            <p:cNvPr id="948" name="Google Shape;948;p2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949" name="Google Shape;949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4" name="Google Shape;954;p2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55" name="Google Shape;955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0" name="Google Shape;960;p2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961" name="Google Shape;961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6" name="Google Shape;966;p2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967" name="Google Shape;967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2" name="Google Shape;972;p2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973" name="Google Shape;973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8" name="Google Shape;978;p2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979" name="Google Shape;979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4" name="Google Shape;984;p2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985" name="Google Shape;985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0" name="Google Shape;990;p25"/>
          <p:cNvGrpSpPr/>
          <p:nvPr/>
        </p:nvGrpSpPr>
        <p:grpSpPr>
          <a:xfrm flipH="1">
            <a:off x="674550" y="6418937"/>
            <a:ext cx="6617517" cy="3520497"/>
            <a:chOff x="427600" y="1407698"/>
            <a:chExt cx="7990240" cy="4251808"/>
          </a:xfrm>
        </p:grpSpPr>
        <p:grpSp>
          <p:nvGrpSpPr>
            <p:cNvPr id="991" name="Google Shape;991;p25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992" name="Google Shape;992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7" name="Google Shape;997;p25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998" name="Google Shape;998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3" name="Google Shape;1003;p25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004" name="Google Shape;1004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9" name="Google Shape;1009;p25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010" name="Google Shape;1010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5" name="Google Shape;1015;p25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016" name="Google Shape;1016;p2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1" name="Google Shape;1021;p25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022" name="Google Shape;1022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7" name="Google Shape;1027;p25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028" name="Google Shape;1028;p2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33" name="Google Shape;1033;p25"/>
          <p:cNvGrpSpPr/>
          <p:nvPr/>
        </p:nvGrpSpPr>
        <p:grpSpPr>
          <a:xfrm>
            <a:off x="-407707" y="931750"/>
            <a:ext cx="2447320" cy="779266"/>
            <a:chOff x="2293625" y="793625"/>
            <a:chExt cx="1052475" cy="335125"/>
          </a:xfrm>
        </p:grpSpPr>
        <p:sp>
          <p:nvSpPr>
            <p:cNvPr id="1034" name="Google Shape;1034;p2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6" name="Google Shape;1036;p25"/>
          <p:cNvGrpSpPr/>
          <p:nvPr/>
        </p:nvGrpSpPr>
        <p:grpSpPr>
          <a:xfrm>
            <a:off x="13489399" y="4231064"/>
            <a:ext cx="597481" cy="561028"/>
            <a:chOff x="3708550" y="3474950"/>
            <a:chExt cx="256100" cy="240475"/>
          </a:xfrm>
        </p:grpSpPr>
        <p:sp>
          <p:nvSpPr>
            <p:cNvPr id="1037" name="Google Shape;1037;p25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5"/>
          <p:cNvGrpSpPr/>
          <p:nvPr/>
        </p:nvGrpSpPr>
        <p:grpSpPr>
          <a:xfrm flipH="1" rot="899996">
            <a:off x="13045124" y="1249357"/>
            <a:ext cx="839065" cy="690921"/>
            <a:chOff x="7315125" y="1121525"/>
            <a:chExt cx="1112525" cy="916100"/>
          </a:xfrm>
        </p:grpSpPr>
        <p:sp>
          <p:nvSpPr>
            <p:cNvPr id="1040" name="Google Shape;1040;p2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2" name="Google Shape;1042;p25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" name="Google Shape;1044;p26"/>
          <p:cNvGrpSpPr/>
          <p:nvPr/>
        </p:nvGrpSpPr>
        <p:grpSpPr>
          <a:xfrm>
            <a:off x="6417773" y="6273259"/>
            <a:ext cx="5688575" cy="3151475"/>
            <a:chOff x="774567" y="3920787"/>
            <a:chExt cx="3555360" cy="1969672"/>
          </a:xfrm>
        </p:grpSpPr>
        <p:grpSp>
          <p:nvGrpSpPr>
            <p:cNvPr id="1045" name="Google Shape;1045;p26"/>
            <p:cNvGrpSpPr/>
            <p:nvPr/>
          </p:nvGrpSpPr>
          <p:grpSpPr>
            <a:xfrm>
              <a:off x="1305558" y="4039600"/>
              <a:ext cx="554522" cy="1551488"/>
              <a:chOff x="-1044450" y="1559250"/>
              <a:chExt cx="1313100" cy="3673900"/>
            </a:xfrm>
          </p:grpSpPr>
          <p:sp>
            <p:nvSpPr>
              <p:cNvPr id="1046" name="Google Shape;1046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1" name="Google Shape;1051;p26"/>
            <p:cNvGrpSpPr/>
            <p:nvPr/>
          </p:nvGrpSpPr>
          <p:grpSpPr>
            <a:xfrm>
              <a:off x="1816552" y="3920787"/>
              <a:ext cx="554522" cy="1757190"/>
              <a:chOff x="689500" y="2924525"/>
              <a:chExt cx="1313100" cy="4161000"/>
            </a:xfrm>
          </p:grpSpPr>
          <p:sp>
            <p:nvSpPr>
              <p:cNvPr id="1052" name="Google Shape;1052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7" name="Google Shape;1057;p26"/>
            <p:cNvGrpSpPr/>
            <p:nvPr/>
          </p:nvGrpSpPr>
          <p:grpSpPr>
            <a:xfrm>
              <a:off x="2335054" y="4089760"/>
              <a:ext cx="554522" cy="1757190"/>
              <a:chOff x="689500" y="2924525"/>
              <a:chExt cx="1313100" cy="4161000"/>
            </a:xfrm>
          </p:grpSpPr>
          <p:sp>
            <p:nvSpPr>
              <p:cNvPr id="1058" name="Google Shape;1058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3" name="Google Shape;1063;p26"/>
            <p:cNvGrpSpPr/>
            <p:nvPr/>
          </p:nvGrpSpPr>
          <p:grpSpPr>
            <a:xfrm>
              <a:off x="2769660" y="4236094"/>
              <a:ext cx="554522" cy="1551488"/>
              <a:chOff x="-1044450" y="1559250"/>
              <a:chExt cx="1313100" cy="3673900"/>
            </a:xfrm>
          </p:grpSpPr>
          <p:sp>
            <p:nvSpPr>
              <p:cNvPr id="1064" name="Google Shape;1064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9" name="Google Shape;1069;p26"/>
            <p:cNvGrpSpPr/>
            <p:nvPr/>
          </p:nvGrpSpPr>
          <p:grpSpPr>
            <a:xfrm>
              <a:off x="3266958" y="4126465"/>
              <a:ext cx="554522" cy="1551488"/>
              <a:chOff x="-1044450" y="1559250"/>
              <a:chExt cx="1313100" cy="3673900"/>
            </a:xfrm>
          </p:grpSpPr>
          <p:sp>
            <p:nvSpPr>
              <p:cNvPr id="1070" name="Google Shape;1070;p26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6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6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6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6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5" name="Google Shape;1075;p26"/>
            <p:cNvGrpSpPr/>
            <p:nvPr/>
          </p:nvGrpSpPr>
          <p:grpSpPr>
            <a:xfrm>
              <a:off x="3775404" y="4133269"/>
              <a:ext cx="554522" cy="1757190"/>
              <a:chOff x="689500" y="2924525"/>
              <a:chExt cx="1313100" cy="4161000"/>
            </a:xfrm>
          </p:grpSpPr>
          <p:sp>
            <p:nvSpPr>
              <p:cNvPr id="1076" name="Google Shape;1076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1" name="Google Shape;1081;p26"/>
            <p:cNvGrpSpPr/>
            <p:nvPr/>
          </p:nvGrpSpPr>
          <p:grpSpPr>
            <a:xfrm>
              <a:off x="774567" y="4039594"/>
              <a:ext cx="554522" cy="1757190"/>
              <a:chOff x="689500" y="2924525"/>
              <a:chExt cx="1313100" cy="4161000"/>
            </a:xfrm>
          </p:grpSpPr>
          <p:sp>
            <p:nvSpPr>
              <p:cNvPr id="1082" name="Google Shape;1082;p26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6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6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6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6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7" name="Google Shape;1087;p26"/>
          <p:cNvGrpSpPr/>
          <p:nvPr/>
        </p:nvGrpSpPr>
        <p:grpSpPr>
          <a:xfrm flipH="1">
            <a:off x="-1199955" y="5985950"/>
            <a:ext cx="2447320" cy="779266"/>
            <a:chOff x="2293625" y="793625"/>
            <a:chExt cx="1052475" cy="335125"/>
          </a:xfrm>
        </p:grpSpPr>
        <p:sp>
          <p:nvSpPr>
            <p:cNvPr id="1088" name="Google Shape;1088;p26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0" name="Google Shape;1090;p26"/>
          <p:cNvGrpSpPr/>
          <p:nvPr/>
        </p:nvGrpSpPr>
        <p:grpSpPr>
          <a:xfrm>
            <a:off x="13837079" y="3953224"/>
            <a:ext cx="597481" cy="561028"/>
            <a:chOff x="3708550" y="3474950"/>
            <a:chExt cx="256100" cy="240475"/>
          </a:xfrm>
        </p:grpSpPr>
        <p:sp>
          <p:nvSpPr>
            <p:cNvPr id="1091" name="Google Shape;1091;p26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3" name="Google Shape;1093;p26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27"/>
          <p:cNvGrpSpPr/>
          <p:nvPr/>
        </p:nvGrpSpPr>
        <p:grpSpPr>
          <a:xfrm flipH="1">
            <a:off x="12402951" y="4788912"/>
            <a:ext cx="3426338" cy="4219333"/>
            <a:chOff x="7326200" y="3196774"/>
            <a:chExt cx="1997283" cy="2459535"/>
          </a:xfrm>
        </p:grpSpPr>
        <p:grpSp>
          <p:nvGrpSpPr>
            <p:cNvPr id="1096" name="Google Shape;1096;p2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097" name="Google Shape;1097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2" name="Google Shape;1102;p2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03" name="Google Shape;1103;p2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2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8" name="Google Shape;1108;p2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09" name="Google Shape;1109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4" name="Google Shape;1114;p27"/>
          <p:cNvGrpSpPr/>
          <p:nvPr/>
        </p:nvGrpSpPr>
        <p:grpSpPr>
          <a:xfrm flipH="1">
            <a:off x="-1477089" y="4919752"/>
            <a:ext cx="3426338" cy="4219333"/>
            <a:chOff x="7326200" y="3196774"/>
            <a:chExt cx="1997283" cy="2459535"/>
          </a:xfrm>
        </p:grpSpPr>
        <p:grpSp>
          <p:nvGrpSpPr>
            <p:cNvPr id="1115" name="Google Shape;1115;p27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16" name="Google Shape;1116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1" name="Google Shape;1121;p27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22" name="Google Shape;1122;p27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7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7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7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7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7" name="Google Shape;1127;p27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28" name="Google Shape;1128;p27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7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7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7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7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33" name="Google Shape;1133;p27"/>
          <p:cNvGrpSpPr/>
          <p:nvPr/>
        </p:nvGrpSpPr>
        <p:grpSpPr>
          <a:xfrm flipH="1">
            <a:off x="12932907" y="1779520"/>
            <a:ext cx="1683960" cy="536200"/>
            <a:chOff x="2293625" y="793625"/>
            <a:chExt cx="1052475" cy="335125"/>
          </a:xfrm>
        </p:grpSpPr>
        <p:sp>
          <p:nvSpPr>
            <p:cNvPr id="1134" name="Google Shape;1134;p2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6" name="Google Shape;1136;p27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28"/>
          <p:cNvGrpSpPr/>
          <p:nvPr/>
        </p:nvGrpSpPr>
        <p:grpSpPr>
          <a:xfrm flipH="1">
            <a:off x="12490686" y="4423152"/>
            <a:ext cx="3426338" cy="4219333"/>
            <a:chOff x="7326200" y="3196774"/>
            <a:chExt cx="1997283" cy="2459535"/>
          </a:xfrm>
        </p:grpSpPr>
        <p:grpSp>
          <p:nvGrpSpPr>
            <p:cNvPr id="1139" name="Google Shape;1139;p2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40" name="Google Shape;1140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5" name="Google Shape;1145;p2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46" name="Google Shape;1146;p2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1" name="Google Shape;1151;p2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52" name="Google Shape;1152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7" name="Google Shape;1157;p28"/>
          <p:cNvGrpSpPr/>
          <p:nvPr/>
        </p:nvGrpSpPr>
        <p:grpSpPr>
          <a:xfrm flipH="1">
            <a:off x="-1267434" y="4432072"/>
            <a:ext cx="3426338" cy="4219333"/>
            <a:chOff x="7326200" y="3196774"/>
            <a:chExt cx="1997283" cy="2459535"/>
          </a:xfrm>
        </p:grpSpPr>
        <p:grpSp>
          <p:nvGrpSpPr>
            <p:cNvPr id="1158" name="Google Shape;1158;p28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159" name="Google Shape;1159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4" name="Google Shape;1164;p28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165" name="Google Shape;1165;p28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8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8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8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8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0" name="Google Shape;1170;p28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171" name="Google Shape;1171;p28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8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8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8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8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6" name="Google Shape;1176;p28"/>
          <p:cNvGrpSpPr/>
          <p:nvPr/>
        </p:nvGrpSpPr>
        <p:grpSpPr>
          <a:xfrm rot="-900260">
            <a:off x="575120" y="1365463"/>
            <a:ext cx="985338" cy="836275"/>
            <a:chOff x="6064225" y="1470325"/>
            <a:chExt cx="1112500" cy="944200"/>
          </a:xfrm>
        </p:grpSpPr>
        <p:sp>
          <p:nvSpPr>
            <p:cNvPr id="1177" name="Google Shape;1177;p28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8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8"/>
          <p:cNvGrpSpPr/>
          <p:nvPr/>
        </p:nvGrpSpPr>
        <p:grpSpPr>
          <a:xfrm flipH="1">
            <a:off x="13188685" y="1779550"/>
            <a:ext cx="2447320" cy="779266"/>
            <a:chOff x="2293625" y="793625"/>
            <a:chExt cx="1052475" cy="335125"/>
          </a:xfrm>
        </p:grpSpPr>
        <p:sp>
          <p:nvSpPr>
            <p:cNvPr id="1180" name="Google Shape;1180;p28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8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2" name="Google Shape;1182;p28"/>
          <p:cNvGrpSpPr/>
          <p:nvPr/>
        </p:nvGrpSpPr>
        <p:grpSpPr>
          <a:xfrm>
            <a:off x="6928439" y="6988124"/>
            <a:ext cx="597481" cy="561028"/>
            <a:chOff x="3708550" y="3474950"/>
            <a:chExt cx="256100" cy="240475"/>
          </a:xfrm>
        </p:grpSpPr>
        <p:sp>
          <p:nvSpPr>
            <p:cNvPr id="1183" name="Google Shape;1183;p28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8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5" name="Google Shape;1185;p28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7"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" name="Google Shape;1187;p29"/>
          <p:cNvGrpSpPr/>
          <p:nvPr/>
        </p:nvGrpSpPr>
        <p:grpSpPr>
          <a:xfrm flipH="1">
            <a:off x="1593885" y="6418937"/>
            <a:ext cx="6617517" cy="3520497"/>
            <a:chOff x="427600" y="1407698"/>
            <a:chExt cx="7990240" cy="4251808"/>
          </a:xfrm>
        </p:grpSpPr>
        <p:grpSp>
          <p:nvGrpSpPr>
            <p:cNvPr id="1188" name="Google Shape;1188;p29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189" name="Google Shape;1189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4" name="Google Shape;1194;p29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195" name="Google Shape;1195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0" name="Google Shape;1200;p29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201" name="Google Shape;1201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6" name="Google Shape;1206;p29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207" name="Google Shape;1207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2" name="Google Shape;1212;p29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213" name="Google Shape;1213;p2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8" name="Google Shape;1218;p29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219" name="Google Shape;1219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4" name="Google Shape;1224;p29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225" name="Google Shape;1225;p2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0" name="Google Shape;1230;p29"/>
          <p:cNvGrpSpPr/>
          <p:nvPr/>
        </p:nvGrpSpPr>
        <p:grpSpPr>
          <a:xfrm flipH="1" rot="1800213">
            <a:off x="13247952" y="2331631"/>
            <a:ext cx="968883" cy="822310"/>
            <a:chOff x="6064225" y="1470325"/>
            <a:chExt cx="1112500" cy="944200"/>
          </a:xfrm>
        </p:grpSpPr>
        <p:sp>
          <p:nvSpPr>
            <p:cNvPr id="1231" name="Google Shape;1231;p2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3" name="Google Shape;1233;p29"/>
          <p:cNvGrpSpPr/>
          <p:nvPr/>
        </p:nvGrpSpPr>
        <p:grpSpPr>
          <a:xfrm>
            <a:off x="11524373" y="7110830"/>
            <a:ext cx="2447320" cy="779266"/>
            <a:chOff x="2293625" y="793625"/>
            <a:chExt cx="1052475" cy="335125"/>
          </a:xfrm>
        </p:grpSpPr>
        <p:sp>
          <p:nvSpPr>
            <p:cNvPr id="1234" name="Google Shape;1234;p2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6" name="Google Shape;1236;p29"/>
          <p:cNvGrpSpPr/>
          <p:nvPr/>
        </p:nvGrpSpPr>
        <p:grpSpPr>
          <a:xfrm>
            <a:off x="329039" y="2144524"/>
            <a:ext cx="597481" cy="561028"/>
            <a:chOff x="3708550" y="3474950"/>
            <a:chExt cx="256100" cy="240475"/>
          </a:xfrm>
        </p:grpSpPr>
        <p:sp>
          <p:nvSpPr>
            <p:cNvPr id="1237" name="Google Shape;1237;p2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9" name="Google Shape;1239;p29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8"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1" name="Google Shape;1241;p30"/>
          <p:cNvGrpSpPr/>
          <p:nvPr/>
        </p:nvGrpSpPr>
        <p:grpSpPr>
          <a:xfrm>
            <a:off x="3997544" y="6418937"/>
            <a:ext cx="6617517" cy="3520497"/>
            <a:chOff x="427600" y="1407698"/>
            <a:chExt cx="7990240" cy="4251808"/>
          </a:xfrm>
        </p:grpSpPr>
        <p:grpSp>
          <p:nvGrpSpPr>
            <p:cNvPr id="1242" name="Google Shape;1242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243" name="Google Shape;1243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8" name="Google Shape;1248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249" name="Google Shape;1249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4" name="Google Shape;1254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255" name="Google Shape;1255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0" name="Google Shape;1260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261" name="Google Shape;1261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6" name="Google Shape;1266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267" name="Google Shape;1267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2" name="Google Shape;1272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273" name="Google Shape;1273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8" name="Google Shape;1278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279" name="Google Shape;1279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4" name="Google Shape;1284;p30"/>
          <p:cNvGrpSpPr/>
          <p:nvPr/>
        </p:nvGrpSpPr>
        <p:grpSpPr>
          <a:xfrm>
            <a:off x="-2619656" y="6418937"/>
            <a:ext cx="6617517" cy="3520497"/>
            <a:chOff x="427600" y="1407698"/>
            <a:chExt cx="7990240" cy="4251808"/>
          </a:xfrm>
        </p:grpSpPr>
        <p:grpSp>
          <p:nvGrpSpPr>
            <p:cNvPr id="1285" name="Google Shape;1285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286" name="Google Shape;1286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1" name="Google Shape;1291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292" name="Google Shape;1292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7" name="Google Shape;1297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298" name="Google Shape;1298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3" name="Google Shape;1303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304" name="Google Shape;1304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9" name="Google Shape;1309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310" name="Google Shape;1310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5" name="Google Shape;1315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316" name="Google Shape;1316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1" name="Google Shape;1321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322" name="Google Shape;1322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7" name="Google Shape;1327;p30"/>
          <p:cNvGrpSpPr/>
          <p:nvPr/>
        </p:nvGrpSpPr>
        <p:grpSpPr>
          <a:xfrm>
            <a:off x="10614744" y="6418937"/>
            <a:ext cx="6617517" cy="3520497"/>
            <a:chOff x="427600" y="1407698"/>
            <a:chExt cx="7990240" cy="4251808"/>
          </a:xfrm>
        </p:grpSpPr>
        <p:grpSp>
          <p:nvGrpSpPr>
            <p:cNvPr id="1328" name="Google Shape;1328;p30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329" name="Google Shape;1329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4" name="Google Shape;1334;p30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335" name="Google Shape;1335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0" name="Google Shape;1340;p30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347" name="Google Shape;1347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2" name="Google Shape;1352;p30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353" name="Google Shape;1353;p30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30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30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30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30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8" name="Google Shape;1358;p30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4" name="Google Shape;1364;p30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365" name="Google Shape;1365;p30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30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70" name="Google Shape;1370;p30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grpSp>
        <p:nvGrpSpPr>
          <p:cNvPr id="1371" name="Google Shape;1371;p30"/>
          <p:cNvGrpSpPr/>
          <p:nvPr/>
        </p:nvGrpSpPr>
        <p:grpSpPr>
          <a:xfrm>
            <a:off x="12489453" y="473590"/>
            <a:ext cx="2447320" cy="779266"/>
            <a:chOff x="2293625" y="793625"/>
            <a:chExt cx="1052475" cy="335125"/>
          </a:xfrm>
        </p:grpSpPr>
        <p:sp>
          <p:nvSpPr>
            <p:cNvPr id="1372" name="Google Shape;1372;p3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30"/>
          <p:cNvGrpSpPr/>
          <p:nvPr/>
        </p:nvGrpSpPr>
        <p:grpSpPr>
          <a:xfrm>
            <a:off x="521839" y="3644784"/>
            <a:ext cx="597481" cy="561028"/>
            <a:chOff x="3708550" y="3474950"/>
            <a:chExt cx="256100" cy="240475"/>
          </a:xfrm>
        </p:grpSpPr>
        <p:sp>
          <p:nvSpPr>
            <p:cNvPr id="1375" name="Google Shape;1375;p3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7" name="Google Shape;1377;p30"/>
          <p:cNvGrpSpPr/>
          <p:nvPr/>
        </p:nvGrpSpPr>
        <p:grpSpPr>
          <a:xfrm flipH="1" rot="-899996">
            <a:off x="1258004" y="758019"/>
            <a:ext cx="839065" cy="690921"/>
            <a:chOff x="7315125" y="1121525"/>
            <a:chExt cx="1112525" cy="916100"/>
          </a:xfrm>
        </p:grpSpPr>
        <p:sp>
          <p:nvSpPr>
            <p:cNvPr id="1378" name="Google Shape;1378;p30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0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1" name="Google Shape;1381;p31"/>
          <p:cNvGrpSpPr/>
          <p:nvPr/>
        </p:nvGrpSpPr>
        <p:grpSpPr>
          <a:xfrm>
            <a:off x="12668772" y="1924601"/>
            <a:ext cx="3845926" cy="836385"/>
            <a:chOff x="4007175" y="1128725"/>
            <a:chExt cx="2166475" cy="471150"/>
          </a:xfrm>
        </p:grpSpPr>
        <p:sp>
          <p:nvSpPr>
            <p:cNvPr id="1382" name="Google Shape;1382;p3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31"/>
          <p:cNvGrpSpPr/>
          <p:nvPr/>
        </p:nvGrpSpPr>
        <p:grpSpPr>
          <a:xfrm>
            <a:off x="543825" y="777598"/>
            <a:ext cx="597481" cy="561028"/>
            <a:chOff x="3708550" y="3474950"/>
            <a:chExt cx="256100" cy="240475"/>
          </a:xfrm>
        </p:grpSpPr>
        <p:sp>
          <p:nvSpPr>
            <p:cNvPr id="1385" name="Google Shape;1385;p3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7" name="Google Shape;1387;p31"/>
          <p:cNvGrpSpPr/>
          <p:nvPr/>
        </p:nvGrpSpPr>
        <p:grpSpPr>
          <a:xfrm flipH="1" rot="899996">
            <a:off x="12264464" y="712537"/>
            <a:ext cx="839065" cy="690921"/>
            <a:chOff x="7315125" y="1121525"/>
            <a:chExt cx="1112525" cy="916100"/>
          </a:xfrm>
        </p:grpSpPr>
        <p:sp>
          <p:nvSpPr>
            <p:cNvPr id="1388" name="Google Shape;1388;p3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0" name="Google Shape;1390;p31"/>
          <p:cNvGrpSpPr/>
          <p:nvPr/>
        </p:nvGrpSpPr>
        <p:grpSpPr>
          <a:xfrm flipH="1">
            <a:off x="3997190" y="6418937"/>
            <a:ext cx="6617517" cy="3520497"/>
            <a:chOff x="427600" y="1407698"/>
            <a:chExt cx="7990240" cy="4251808"/>
          </a:xfrm>
        </p:grpSpPr>
        <p:grpSp>
          <p:nvGrpSpPr>
            <p:cNvPr id="1391" name="Google Shape;1391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392" name="Google Shape;1392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7" name="Google Shape;1397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398" name="Google Shape;1398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3" name="Google Shape;1403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04" name="Google Shape;1404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9" name="Google Shape;1409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10" name="Google Shape;1410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5" name="Google Shape;1415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416" name="Google Shape;1416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1" name="Google Shape;1421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422" name="Google Shape;1422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7" name="Google Shape;1427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428" name="Google Shape;1428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3" name="Google Shape;1433;p31"/>
          <p:cNvGrpSpPr/>
          <p:nvPr/>
        </p:nvGrpSpPr>
        <p:grpSpPr>
          <a:xfrm flipH="1">
            <a:off x="10614390" y="6418937"/>
            <a:ext cx="6617517" cy="3520497"/>
            <a:chOff x="427600" y="1407698"/>
            <a:chExt cx="7990240" cy="4251808"/>
          </a:xfrm>
        </p:grpSpPr>
        <p:grpSp>
          <p:nvGrpSpPr>
            <p:cNvPr id="1434" name="Google Shape;1434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435" name="Google Shape;1435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0" name="Google Shape;1440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441" name="Google Shape;1441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47" name="Google Shape;1447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2" name="Google Shape;1452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53" name="Google Shape;1453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8" name="Google Shape;1458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459" name="Google Shape;1459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465" name="Google Shape;1465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0" name="Google Shape;1470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471" name="Google Shape;1471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6" name="Google Shape;1476;p31"/>
          <p:cNvGrpSpPr/>
          <p:nvPr/>
        </p:nvGrpSpPr>
        <p:grpSpPr>
          <a:xfrm flipH="1">
            <a:off x="-2620010" y="6418937"/>
            <a:ext cx="6617517" cy="3520497"/>
            <a:chOff x="427600" y="1407698"/>
            <a:chExt cx="7990240" cy="4251808"/>
          </a:xfrm>
        </p:grpSpPr>
        <p:grpSp>
          <p:nvGrpSpPr>
            <p:cNvPr id="1477" name="Google Shape;1477;p3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478" name="Google Shape;1478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3" name="Google Shape;1483;p3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484" name="Google Shape;1484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9" name="Google Shape;1489;p3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490" name="Google Shape;1490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5" name="Google Shape;1495;p3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496" name="Google Shape;1496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502" name="Google Shape;1502;p3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7" name="Google Shape;1507;p3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508" name="Google Shape;1508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3" name="Google Shape;1513;p3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514" name="Google Shape;1514;p3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3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3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19" name="Google Shape;1519;p31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1520" name="Google Shape;1520;p31"/>
          <p:cNvSpPr txBox="1"/>
          <p:nvPr>
            <p:ph idx="1" type="body"/>
          </p:nvPr>
        </p:nvSpPr>
        <p:spPr>
          <a:xfrm>
            <a:off x="1152040" y="2738880"/>
            <a:ext cx="6027900" cy="462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Char char="●"/>
              <a:defRPr sz="2200"/>
            </a:lvl1pPr>
            <a:lvl2pPr indent="-3683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521" name="Google Shape;1521;p31"/>
          <p:cNvSpPr txBox="1"/>
          <p:nvPr>
            <p:ph idx="2" type="body"/>
          </p:nvPr>
        </p:nvSpPr>
        <p:spPr>
          <a:xfrm>
            <a:off x="7461320" y="2738880"/>
            <a:ext cx="6027900" cy="462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810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Char char="●"/>
              <a:defRPr sz="2200"/>
            </a:lvl1pPr>
            <a:lvl2pPr indent="-3683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6"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3" name="Google Shape;1523;p32"/>
          <p:cNvGrpSpPr/>
          <p:nvPr/>
        </p:nvGrpSpPr>
        <p:grpSpPr>
          <a:xfrm flipH="1">
            <a:off x="12281031" y="4423152"/>
            <a:ext cx="3426338" cy="4219333"/>
            <a:chOff x="7326200" y="3196774"/>
            <a:chExt cx="1997283" cy="2459535"/>
          </a:xfrm>
        </p:grpSpPr>
        <p:grpSp>
          <p:nvGrpSpPr>
            <p:cNvPr id="1524" name="Google Shape;1524;p3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525" name="Google Shape;1525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0" name="Google Shape;1530;p3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531" name="Google Shape;1531;p3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6" name="Google Shape;1536;p3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537" name="Google Shape;1537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2" name="Google Shape;1542;p32"/>
          <p:cNvGrpSpPr/>
          <p:nvPr/>
        </p:nvGrpSpPr>
        <p:grpSpPr>
          <a:xfrm flipH="1">
            <a:off x="-1477089" y="4432072"/>
            <a:ext cx="3426338" cy="4219333"/>
            <a:chOff x="7326200" y="3196774"/>
            <a:chExt cx="1997283" cy="2459535"/>
          </a:xfrm>
        </p:grpSpPr>
        <p:grpSp>
          <p:nvGrpSpPr>
            <p:cNvPr id="1543" name="Google Shape;1543;p3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544" name="Google Shape;1544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9" name="Google Shape;1549;p3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550" name="Google Shape;1550;p3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3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3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3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5" name="Google Shape;1555;p3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556" name="Google Shape;1556;p3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3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61" name="Google Shape;1561;p32"/>
          <p:cNvGrpSpPr/>
          <p:nvPr/>
        </p:nvGrpSpPr>
        <p:grpSpPr>
          <a:xfrm flipH="1" rot="899902">
            <a:off x="13003590" y="2332047"/>
            <a:ext cx="968955" cy="822371"/>
            <a:chOff x="6064225" y="1470325"/>
            <a:chExt cx="1112500" cy="944200"/>
          </a:xfrm>
        </p:grpSpPr>
        <p:sp>
          <p:nvSpPr>
            <p:cNvPr id="1562" name="Google Shape;1562;p32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2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4" name="Google Shape;1564;p32"/>
          <p:cNvGrpSpPr/>
          <p:nvPr/>
        </p:nvGrpSpPr>
        <p:grpSpPr>
          <a:xfrm>
            <a:off x="7016645" y="7078718"/>
            <a:ext cx="597481" cy="561028"/>
            <a:chOff x="3708550" y="3474950"/>
            <a:chExt cx="256100" cy="240475"/>
          </a:xfrm>
        </p:grpSpPr>
        <p:sp>
          <p:nvSpPr>
            <p:cNvPr id="1565" name="Google Shape;1565;p3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7" name="Google Shape;1567;p32"/>
          <p:cNvSpPr txBox="1"/>
          <p:nvPr>
            <p:ph idx="1" type="subTitle"/>
          </p:nvPr>
        </p:nvSpPr>
        <p:spPr>
          <a:xfrm>
            <a:off x="2600400" y="3802600"/>
            <a:ext cx="4065600" cy="1321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68" name="Google Shape;1568;p32"/>
          <p:cNvSpPr txBox="1"/>
          <p:nvPr>
            <p:ph idx="2" type="subTitle"/>
          </p:nvPr>
        </p:nvSpPr>
        <p:spPr>
          <a:xfrm>
            <a:off x="2600380" y="5000961"/>
            <a:ext cx="4065600" cy="1760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69" name="Google Shape;1569;p32"/>
          <p:cNvSpPr txBox="1"/>
          <p:nvPr>
            <p:ph idx="3" type="subTitle"/>
          </p:nvPr>
        </p:nvSpPr>
        <p:spPr>
          <a:xfrm>
            <a:off x="7964335" y="3802600"/>
            <a:ext cx="4065600" cy="1321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70" name="Google Shape;1570;p32"/>
          <p:cNvSpPr txBox="1"/>
          <p:nvPr>
            <p:ph idx="4" type="subTitle"/>
          </p:nvPr>
        </p:nvSpPr>
        <p:spPr>
          <a:xfrm>
            <a:off x="7964339" y="5000967"/>
            <a:ext cx="4065600" cy="1760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71" name="Google Shape;1571;p32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7"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3" name="Google Shape;1573;p33"/>
          <p:cNvGrpSpPr/>
          <p:nvPr/>
        </p:nvGrpSpPr>
        <p:grpSpPr>
          <a:xfrm flipH="1">
            <a:off x="552467" y="838920"/>
            <a:ext cx="1683960" cy="536200"/>
            <a:chOff x="2293625" y="793625"/>
            <a:chExt cx="1052475" cy="335125"/>
          </a:xfrm>
        </p:grpSpPr>
        <p:sp>
          <p:nvSpPr>
            <p:cNvPr id="1574" name="Google Shape;1574;p33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6" name="Google Shape;1576;p33"/>
          <p:cNvGrpSpPr/>
          <p:nvPr/>
        </p:nvGrpSpPr>
        <p:grpSpPr>
          <a:xfrm>
            <a:off x="13190665" y="1218658"/>
            <a:ext cx="597481" cy="561028"/>
            <a:chOff x="3708550" y="3474950"/>
            <a:chExt cx="256100" cy="240475"/>
          </a:xfrm>
        </p:grpSpPr>
        <p:sp>
          <p:nvSpPr>
            <p:cNvPr id="1577" name="Google Shape;1577;p33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9" name="Google Shape;1579;p33"/>
          <p:cNvSpPr txBox="1"/>
          <p:nvPr>
            <p:ph idx="1" type="subTitle"/>
          </p:nvPr>
        </p:nvSpPr>
        <p:spPr>
          <a:xfrm>
            <a:off x="2721279" y="5906494"/>
            <a:ext cx="38238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80" name="Google Shape;1580;p33"/>
          <p:cNvSpPr txBox="1"/>
          <p:nvPr>
            <p:ph idx="2" type="subTitle"/>
          </p:nvPr>
        </p:nvSpPr>
        <p:spPr>
          <a:xfrm>
            <a:off x="2721296" y="6330854"/>
            <a:ext cx="38238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81" name="Google Shape;1581;p33"/>
          <p:cNvSpPr txBox="1"/>
          <p:nvPr>
            <p:ph idx="3" type="subTitle"/>
          </p:nvPr>
        </p:nvSpPr>
        <p:spPr>
          <a:xfrm>
            <a:off x="8085310" y="5906494"/>
            <a:ext cx="38238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582" name="Google Shape;1582;p33"/>
          <p:cNvSpPr txBox="1"/>
          <p:nvPr>
            <p:ph idx="4" type="subTitle"/>
          </p:nvPr>
        </p:nvSpPr>
        <p:spPr>
          <a:xfrm>
            <a:off x="8085300" y="6330856"/>
            <a:ext cx="38238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83" name="Google Shape;1583;p33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1584" name="Google Shape;1584;p33"/>
          <p:cNvSpPr/>
          <p:nvPr>
            <p:ph idx="5" type="pic"/>
          </p:nvPr>
        </p:nvSpPr>
        <p:spPr>
          <a:xfrm>
            <a:off x="2600480" y="2209014"/>
            <a:ext cx="9429600" cy="342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_1"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6" name="Google Shape;1586;p34"/>
          <p:cNvGrpSpPr/>
          <p:nvPr/>
        </p:nvGrpSpPr>
        <p:grpSpPr>
          <a:xfrm>
            <a:off x="3997544" y="6418937"/>
            <a:ext cx="6617517" cy="3520497"/>
            <a:chOff x="427600" y="1407698"/>
            <a:chExt cx="7990240" cy="4251808"/>
          </a:xfrm>
        </p:grpSpPr>
        <p:grpSp>
          <p:nvGrpSpPr>
            <p:cNvPr id="1587" name="Google Shape;1587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588" name="Google Shape;1588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3" name="Google Shape;1593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594" name="Google Shape;1594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600" name="Google Shape;1600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5" name="Google Shape;1605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06" name="Google Shape;1606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1" name="Google Shape;1611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12" name="Google Shape;1612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7" name="Google Shape;1617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618" name="Google Shape;1618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3" name="Google Shape;1623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624" name="Google Shape;1624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29" name="Google Shape;1629;p34"/>
          <p:cNvGrpSpPr/>
          <p:nvPr/>
        </p:nvGrpSpPr>
        <p:grpSpPr>
          <a:xfrm>
            <a:off x="-2619656" y="6418937"/>
            <a:ext cx="6617517" cy="3520497"/>
            <a:chOff x="427600" y="1407698"/>
            <a:chExt cx="7990240" cy="4251808"/>
          </a:xfrm>
        </p:grpSpPr>
        <p:grpSp>
          <p:nvGrpSpPr>
            <p:cNvPr id="1630" name="Google Shape;1630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631" name="Google Shape;1631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6" name="Google Shape;1636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637" name="Google Shape;1637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2" name="Google Shape;1642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643" name="Google Shape;1643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8" name="Google Shape;1648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49" name="Google Shape;1649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4" name="Google Shape;1654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55" name="Google Shape;1655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661" name="Google Shape;1661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6" name="Google Shape;1666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667" name="Google Shape;1667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72" name="Google Shape;1672;p34"/>
          <p:cNvGrpSpPr/>
          <p:nvPr/>
        </p:nvGrpSpPr>
        <p:grpSpPr>
          <a:xfrm>
            <a:off x="10614744" y="6418937"/>
            <a:ext cx="6617517" cy="3520497"/>
            <a:chOff x="427600" y="1407698"/>
            <a:chExt cx="7990240" cy="4251808"/>
          </a:xfrm>
        </p:grpSpPr>
        <p:grpSp>
          <p:nvGrpSpPr>
            <p:cNvPr id="1673" name="Google Shape;1673;p34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674" name="Google Shape;1674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9" name="Google Shape;1679;p34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680" name="Google Shape;1680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5" name="Google Shape;1685;p34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686" name="Google Shape;1686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1" name="Google Shape;1691;p34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692" name="Google Shape;1692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7" name="Google Shape;1697;p34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698" name="Google Shape;1698;p34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34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34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4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4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3" name="Google Shape;1703;p34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704" name="Google Shape;1704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9" name="Google Shape;1709;p34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710" name="Google Shape;1710;p34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34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34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34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34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5" name="Google Shape;1715;p34"/>
          <p:cNvGrpSpPr/>
          <p:nvPr/>
        </p:nvGrpSpPr>
        <p:grpSpPr>
          <a:xfrm>
            <a:off x="12853627" y="1436263"/>
            <a:ext cx="1884430" cy="697562"/>
            <a:chOff x="1119600" y="2506400"/>
            <a:chExt cx="763700" cy="282700"/>
          </a:xfrm>
        </p:grpSpPr>
        <p:sp>
          <p:nvSpPr>
            <p:cNvPr id="1716" name="Google Shape;1716;p34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8" name="Google Shape;1718;p34"/>
          <p:cNvGrpSpPr/>
          <p:nvPr/>
        </p:nvGrpSpPr>
        <p:grpSpPr>
          <a:xfrm>
            <a:off x="13702085" y="5399638"/>
            <a:ext cx="597481" cy="561028"/>
            <a:chOff x="3708550" y="3474950"/>
            <a:chExt cx="256100" cy="240475"/>
          </a:xfrm>
        </p:grpSpPr>
        <p:sp>
          <p:nvSpPr>
            <p:cNvPr id="1719" name="Google Shape;1719;p34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1" name="Google Shape;1721;p34"/>
          <p:cNvSpPr txBox="1"/>
          <p:nvPr>
            <p:ph idx="1" type="subTitle"/>
          </p:nvPr>
        </p:nvSpPr>
        <p:spPr>
          <a:xfrm>
            <a:off x="1323562" y="3979297"/>
            <a:ext cx="36129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22" name="Google Shape;1722;p34"/>
          <p:cNvSpPr txBox="1"/>
          <p:nvPr>
            <p:ph idx="2" type="subTitle"/>
          </p:nvPr>
        </p:nvSpPr>
        <p:spPr>
          <a:xfrm>
            <a:off x="1323560" y="4405274"/>
            <a:ext cx="3612900" cy="1359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723" name="Google Shape;1723;p34"/>
          <p:cNvSpPr txBox="1"/>
          <p:nvPr>
            <p:ph idx="3" type="subTitle"/>
          </p:nvPr>
        </p:nvSpPr>
        <p:spPr>
          <a:xfrm>
            <a:off x="5508720" y="3979297"/>
            <a:ext cx="36129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24" name="Google Shape;1724;p34"/>
          <p:cNvSpPr txBox="1"/>
          <p:nvPr>
            <p:ph idx="4" type="subTitle"/>
          </p:nvPr>
        </p:nvSpPr>
        <p:spPr>
          <a:xfrm>
            <a:off x="5508720" y="4405274"/>
            <a:ext cx="3612900" cy="1359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725" name="Google Shape;1725;p34"/>
          <p:cNvSpPr txBox="1"/>
          <p:nvPr>
            <p:ph idx="5" type="subTitle"/>
          </p:nvPr>
        </p:nvSpPr>
        <p:spPr>
          <a:xfrm>
            <a:off x="9693878" y="3979297"/>
            <a:ext cx="36129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726" name="Google Shape;1726;p34"/>
          <p:cNvSpPr txBox="1"/>
          <p:nvPr>
            <p:ph idx="6" type="subTitle"/>
          </p:nvPr>
        </p:nvSpPr>
        <p:spPr>
          <a:xfrm>
            <a:off x="9693880" y="4405274"/>
            <a:ext cx="3612900" cy="1359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727" name="Google Shape;1727;p34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9" name="Google Shape;1729;p35"/>
          <p:cNvGrpSpPr/>
          <p:nvPr/>
        </p:nvGrpSpPr>
        <p:grpSpPr>
          <a:xfrm>
            <a:off x="-1621376" y="3430071"/>
            <a:ext cx="4444753" cy="5473450"/>
            <a:chOff x="7326200" y="3196774"/>
            <a:chExt cx="1997283" cy="2459535"/>
          </a:xfrm>
        </p:grpSpPr>
        <p:grpSp>
          <p:nvGrpSpPr>
            <p:cNvPr id="1730" name="Google Shape;1730;p35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731" name="Google Shape;1731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6" name="Google Shape;1736;p35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737" name="Google Shape;1737;p3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2" name="Google Shape;1742;p35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743" name="Google Shape;1743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48" name="Google Shape;1748;p35"/>
          <p:cNvGrpSpPr/>
          <p:nvPr/>
        </p:nvGrpSpPr>
        <p:grpSpPr>
          <a:xfrm>
            <a:off x="11764789" y="3674379"/>
            <a:ext cx="4459533" cy="5491650"/>
            <a:chOff x="7326200" y="3196774"/>
            <a:chExt cx="1997283" cy="2459535"/>
          </a:xfrm>
        </p:grpSpPr>
        <p:grpSp>
          <p:nvGrpSpPr>
            <p:cNvPr id="1749" name="Google Shape;1749;p35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1750" name="Google Shape;1750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5" name="Google Shape;1755;p35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1756" name="Google Shape;1756;p35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1" name="Google Shape;1761;p35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1762" name="Google Shape;1762;p35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35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35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35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35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67" name="Google Shape;1767;p35"/>
          <p:cNvGrpSpPr/>
          <p:nvPr/>
        </p:nvGrpSpPr>
        <p:grpSpPr>
          <a:xfrm flipH="1">
            <a:off x="12825267" y="706300"/>
            <a:ext cx="1683960" cy="536200"/>
            <a:chOff x="2293625" y="793625"/>
            <a:chExt cx="1052475" cy="335125"/>
          </a:xfrm>
        </p:grpSpPr>
        <p:sp>
          <p:nvSpPr>
            <p:cNvPr id="1768" name="Google Shape;1768;p35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0" name="Google Shape;1770;p35"/>
          <p:cNvGrpSpPr/>
          <p:nvPr/>
        </p:nvGrpSpPr>
        <p:grpSpPr>
          <a:xfrm flipH="1" rot="899902">
            <a:off x="12430310" y="2225887"/>
            <a:ext cx="968955" cy="822371"/>
            <a:chOff x="6064225" y="1470325"/>
            <a:chExt cx="1112500" cy="944200"/>
          </a:xfrm>
        </p:grpSpPr>
        <p:sp>
          <p:nvSpPr>
            <p:cNvPr id="1771" name="Google Shape;1771;p35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3" name="Google Shape;1773;p35"/>
          <p:cNvGrpSpPr/>
          <p:nvPr/>
        </p:nvGrpSpPr>
        <p:grpSpPr>
          <a:xfrm flipH="1" rot="-900114">
            <a:off x="1015439" y="752969"/>
            <a:ext cx="1112735" cy="916362"/>
            <a:chOff x="7315125" y="1121525"/>
            <a:chExt cx="1112525" cy="916100"/>
          </a:xfrm>
        </p:grpSpPr>
        <p:sp>
          <p:nvSpPr>
            <p:cNvPr id="1774" name="Google Shape;1774;p35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6" name="Google Shape;1776;p35"/>
          <p:cNvSpPr txBox="1"/>
          <p:nvPr>
            <p:ph hasCustomPrompt="1" type="title"/>
          </p:nvPr>
        </p:nvSpPr>
        <p:spPr>
          <a:xfrm>
            <a:off x="3463920" y="5271600"/>
            <a:ext cx="7702500" cy="1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56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1777" name="Google Shape;1777;p35"/>
          <p:cNvSpPr txBox="1"/>
          <p:nvPr>
            <p:ph hasCustomPrompt="1" idx="2" type="title"/>
          </p:nvPr>
        </p:nvSpPr>
        <p:spPr>
          <a:xfrm>
            <a:off x="3463920" y="3102003"/>
            <a:ext cx="7702500" cy="1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b="1" sz="56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1778" name="Google Shape;1778;p35"/>
          <p:cNvSpPr txBox="1"/>
          <p:nvPr>
            <p:ph idx="1" type="subTitle"/>
          </p:nvPr>
        </p:nvSpPr>
        <p:spPr>
          <a:xfrm>
            <a:off x="3463920" y="6453300"/>
            <a:ext cx="77025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779" name="Google Shape;1779;p35"/>
          <p:cNvSpPr txBox="1"/>
          <p:nvPr>
            <p:ph idx="3" type="subTitle"/>
          </p:nvPr>
        </p:nvSpPr>
        <p:spPr>
          <a:xfrm>
            <a:off x="3463920" y="4283760"/>
            <a:ext cx="77025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780" name="Google Shape;1780;p35"/>
          <p:cNvSpPr txBox="1"/>
          <p:nvPr>
            <p:ph idx="4" type="subTitle"/>
          </p:nvPr>
        </p:nvSpPr>
        <p:spPr>
          <a:xfrm>
            <a:off x="3463920" y="2114180"/>
            <a:ext cx="77025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781" name="Google Shape;1781;p35"/>
          <p:cNvSpPr txBox="1"/>
          <p:nvPr>
            <p:ph hasCustomPrompt="1" idx="5" type="title"/>
          </p:nvPr>
        </p:nvSpPr>
        <p:spPr>
          <a:xfrm>
            <a:off x="3463920" y="910403"/>
            <a:ext cx="7702500" cy="105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700"/>
              <a:buNone/>
              <a:defRPr b="1" sz="5600">
                <a:solidFill>
                  <a:schemeClr val="accent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9"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3" name="Google Shape;1783;p36"/>
          <p:cNvGrpSpPr/>
          <p:nvPr/>
        </p:nvGrpSpPr>
        <p:grpSpPr>
          <a:xfrm>
            <a:off x="674904" y="6418937"/>
            <a:ext cx="6617517" cy="3520497"/>
            <a:chOff x="427600" y="1407698"/>
            <a:chExt cx="7990240" cy="4251808"/>
          </a:xfrm>
        </p:grpSpPr>
        <p:grpSp>
          <p:nvGrpSpPr>
            <p:cNvPr id="1784" name="Google Shape;1784;p3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785" name="Google Shape;1785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0" name="Google Shape;1790;p3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791" name="Google Shape;1791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6" name="Google Shape;1796;p3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797" name="Google Shape;1797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2" name="Google Shape;1802;p3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803" name="Google Shape;1803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8" name="Google Shape;1808;p3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809" name="Google Shape;1809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4" name="Google Shape;1814;p3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815" name="Google Shape;1815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0" name="Google Shape;1820;p3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821" name="Google Shape;1821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26" name="Google Shape;1826;p36"/>
          <p:cNvGrpSpPr/>
          <p:nvPr/>
        </p:nvGrpSpPr>
        <p:grpSpPr>
          <a:xfrm>
            <a:off x="7292104" y="6418937"/>
            <a:ext cx="6617517" cy="3520497"/>
            <a:chOff x="427600" y="1407698"/>
            <a:chExt cx="7990240" cy="4251808"/>
          </a:xfrm>
        </p:grpSpPr>
        <p:grpSp>
          <p:nvGrpSpPr>
            <p:cNvPr id="1827" name="Google Shape;1827;p36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1828" name="Google Shape;1828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3" name="Google Shape;1833;p36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1834" name="Google Shape;1834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39" name="Google Shape;1839;p36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1840" name="Google Shape;1840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5" name="Google Shape;1845;p36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1846" name="Google Shape;1846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1" name="Google Shape;1851;p36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1852" name="Google Shape;1852;p36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36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36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6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36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7" name="Google Shape;1857;p36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1858" name="Google Shape;1858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3" name="Google Shape;1863;p36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1864" name="Google Shape;1864;p36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36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36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36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36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9" name="Google Shape;1869;p36"/>
          <p:cNvGrpSpPr/>
          <p:nvPr/>
        </p:nvGrpSpPr>
        <p:grpSpPr>
          <a:xfrm flipH="1" rot="899902">
            <a:off x="13079034" y="2315541"/>
            <a:ext cx="968955" cy="822371"/>
            <a:chOff x="6064225" y="1470325"/>
            <a:chExt cx="1112500" cy="944200"/>
          </a:xfrm>
        </p:grpSpPr>
        <p:sp>
          <p:nvSpPr>
            <p:cNvPr id="1870" name="Google Shape;1870;p36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6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2" name="Google Shape;1872;p36"/>
          <p:cNvGrpSpPr/>
          <p:nvPr/>
        </p:nvGrpSpPr>
        <p:grpSpPr>
          <a:xfrm>
            <a:off x="-640093" y="1576023"/>
            <a:ext cx="1884430" cy="697562"/>
            <a:chOff x="1119600" y="2506400"/>
            <a:chExt cx="763700" cy="282700"/>
          </a:xfrm>
        </p:grpSpPr>
        <p:sp>
          <p:nvSpPr>
            <p:cNvPr id="1873" name="Google Shape;1873;p36"/>
            <p:cNvSpPr/>
            <p:nvPr/>
          </p:nvSpPr>
          <p:spPr>
            <a:xfrm>
              <a:off x="1119600" y="2506400"/>
              <a:ext cx="763700" cy="282700"/>
            </a:xfrm>
            <a:custGeom>
              <a:rect b="b" l="l" r="r" t="t"/>
              <a:pathLst>
                <a:path extrusionOk="0" h="11308" w="30548">
                  <a:moveTo>
                    <a:pt x="11976" y="1"/>
                  </a:moveTo>
                  <a:cubicBezTo>
                    <a:pt x="14772" y="1"/>
                    <a:pt x="17113" y="1855"/>
                    <a:pt x="17812" y="4408"/>
                  </a:cubicBezTo>
                  <a:cubicBezTo>
                    <a:pt x="18177" y="4317"/>
                    <a:pt x="18572" y="4226"/>
                    <a:pt x="18997" y="4226"/>
                  </a:cubicBezTo>
                  <a:cubicBezTo>
                    <a:pt x="20548" y="4226"/>
                    <a:pt x="21915" y="5138"/>
                    <a:pt x="22554" y="6445"/>
                  </a:cubicBezTo>
                  <a:cubicBezTo>
                    <a:pt x="22979" y="6110"/>
                    <a:pt x="23526" y="5897"/>
                    <a:pt x="24165" y="5897"/>
                  </a:cubicBezTo>
                  <a:cubicBezTo>
                    <a:pt x="25563" y="5897"/>
                    <a:pt x="26718" y="7053"/>
                    <a:pt x="26718" y="8481"/>
                  </a:cubicBezTo>
                  <a:cubicBezTo>
                    <a:pt x="26718" y="8907"/>
                    <a:pt x="26627" y="9302"/>
                    <a:pt x="26444" y="9667"/>
                  </a:cubicBezTo>
                  <a:lnTo>
                    <a:pt x="27873" y="9667"/>
                  </a:lnTo>
                  <a:cubicBezTo>
                    <a:pt x="28329" y="9667"/>
                    <a:pt x="28694" y="10031"/>
                    <a:pt x="28694" y="10487"/>
                  </a:cubicBezTo>
                  <a:lnTo>
                    <a:pt x="28694" y="10487"/>
                  </a:lnTo>
                  <a:cubicBezTo>
                    <a:pt x="28694" y="10943"/>
                    <a:pt x="28329" y="11308"/>
                    <a:pt x="27873" y="11308"/>
                  </a:cubicBezTo>
                  <a:lnTo>
                    <a:pt x="821" y="11308"/>
                  </a:lnTo>
                  <a:cubicBezTo>
                    <a:pt x="365" y="11308"/>
                    <a:pt x="0" y="10943"/>
                    <a:pt x="0" y="10487"/>
                  </a:cubicBezTo>
                  <a:lnTo>
                    <a:pt x="0" y="10487"/>
                  </a:lnTo>
                  <a:cubicBezTo>
                    <a:pt x="0" y="10031"/>
                    <a:pt x="365" y="9667"/>
                    <a:pt x="821" y="9667"/>
                  </a:cubicBezTo>
                  <a:lnTo>
                    <a:pt x="1611" y="9667"/>
                  </a:lnTo>
                  <a:cubicBezTo>
                    <a:pt x="1429" y="9211"/>
                    <a:pt x="1307" y="8694"/>
                    <a:pt x="1307" y="8177"/>
                  </a:cubicBezTo>
                  <a:cubicBezTo>
                    <a:pt x="1307" y="5989"/>
                    <a:pt x="3070" y="4226"/>
                    <a:pt x="5258" y="4226"/>
                  </a:cubicBezTo>
                  <a:cubicBezTo>
                    <a:pt x="5562" y="4226"/>
                    <a:pt x="5866" y="4287"/>
                    <a:pt x="6170" y="4347"/>
                  </a:cubicBezTo>
                  <a:cubicBezTo>
                    <a:pt x="6900" y="1824"/>
                    <a:pt x="9210" y="1"/>
                    <a:pt x="11976" y="1"/>
                  </a:cubicBezTo>
                  <a:close/>
                  <a:moveTo>
                    <a:pt x="29697" y="9667"/>
                  </a:moveTo>
                  <a:lnTo>
                    <a:pt x="29727" y="9667"/>
                  </a:lnTo>
                  <a:cubicBezTo>
                    <a:pt x="30183" y="9667"/>
                    <a:pt x="30548" y="10031"/>
                    <a:pt x="30548" y="10487"/>
                  </a:cubicBezTo>
                  <a:lnTo>
                    <a:pt x="30548" y="10487"/>
                  </a:lnTo>
                  <a:cubicBezTo>
                    <a:pt x="30548" y="10943"/>
                    <a:pt x="30183" y="11308"/>
                    <a:pt x="29727" y="11308"/>
                  </a:cubicBezTo>
                  <a:lnTo>
                    <a:pt x="29697" y="11308"/>
                  </a:lnTo>
                  <a:cubicBezTo>
                    <a:pt x="29271" y="11308"/>
                    <a:pt x="28906" y="10943"/>
                    <a:pt x="28906" y="10487"/>
                  </a:cubicBezTo>
                  <a:lnTo>
                    <a:pt x="28906" y="10487"/>
                  </a:lnTo>
                  <a:cubicBezTo>
                    <a:pt x="28906" y="10031"/>
                    <a:pt x="29271" y="9667"/>
                    <a:pt x="29697" y="9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1228250" y="2605200"/>
              <a:ext cx="497750" cy="183900"/>
            </a:xfrm>
            <a:custGeom>
              <a:rect b="b" l="l" r="r" t="t"/>
              <a:pathLst>
                <a:path extrusionOk="0" h="7356" w="19910">
                  <a:moveTo>
                    <a:pt x="19788" y="7356"/>
                  </a:moveTo>
                  <a:lnTo>
                    <a:pt x="122" y="7356"/>
                  </a:lnTo>
                  <a:cubicBezTo>
                    <a:pt x="31" y="7052"/>
                    <a:pt x="1" y="6748"/>
                    <a:pt x="1" y="6414"/>
                  </a:cubicBezTo>
                  <a:cubicBezTo>
                    <a:pt x="1" y="4711"/>
                    <a:pt x="1368" y="3344"/>
                    <a:pt x="3071" y="3344"/>
                  </a:cubicBezTo>
                  <a:cubicBezTo>
                    <a:pt x="3314" y="3344"/>
                    <a:pt x="3557" y="3374"/>
                    <a:pt x="3800" y="3435"/>
                  </a:cubicBezTo>
                  <a:cubicBezTo>
                    <a:pt x="4378" y="1459"/>
                    <a:pt x="6201" y="0"/>
                    <a:pt x="8359" y="0"/>
                  </a:cubicBezTo>
                  <a:cubicBezTo>
                    <a:pt x="10518" y="0"/>
                    <a:pt x="12372" y="1490"/>
                    <a:pt x="12919" y="3496"/>
                  </a:cubicBezTo>
                  <a:cubicBezTo>
                    <a:pt x="13223" y="3404"/>
                    <a:pt x="13527" y="3344"/>
                    <a:pt x="13861" y="3344"/>
                  </a:cubicBezTo>
                  <a:cubicBezTo>
                    <a:pt x="15077" y="3344"/>
                    <a:pt x="16110" y="4043"/>
                    <a:pt x="16627" y="5076"/>
                  </a:cubicBezTo>
                  <a:cubicBezTo>
                    <a:pt x="16961" y="4803"/>
                    <a:pt x="17417" y="4620"/>
                    <a:pt x="17873" y="4620"/>
                  </a:cubicBezTo>
                  <a:cubicBezTo>
                    <a:pt x="18998" y="4620"/>
                    <a:pt x="19910" y="5532"/>
                    <a:pt x="19910" y="6657"/>
                  </a:cubicBezTo>
                  <a:cubicBezTo>
                    <a:pt x="19910" y="6900"/>
                    <a:pt x="19849" y="7143"/>
                    <a:pt x="19788" y="7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5" name="Google Shape;1875;p36"/>
          <p:cNvSpPr txBox="1"/>
          <p:nvPr>
            <p:ph hasCustomPrompt="1" type="title"/>
          </p:nvPr>
        </p:nvSpPr>
        <p:spPr>
          <a:xfrm>
            <a:off x="5508719" y="3083144"/>
            <a:ext cx="3612900" cy="1148700"/>
          </a:xfrm>
          <a:prstGeom prst="rect">
            <a:avLst/>
          </a:prstGeom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76" name="Google Shape;1876;p36"/>
          <p:cNvSpPr txBox="1"/>
          <p:nvPr>
            <p:ph hasCustomPrompt="1" idx="2" type="title"/>
          </p:nvPr>
        </p:nvSpPr>
        <p:spPr>
          <a:xfrm>
            <a:off x="1323560" y="3083144"/>
            <a:ext cx="3612900" cy="1148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77" name="Google Shape;1877;p36"/>
          <p:cNvSpPr txBox="1"/>
          <p:nvPr>
            <p:ph idx="1" type="subTitle"/>
          </p:nvPr>
        </p:nvSpPr>
        <p:spPr>
          <a:xfrm>
            <a:off x="1323560" y="5198922"/>
            <a:ext cx="36129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78" name="Google Shape;1878;p36"/>
          <p:cNvSpPr txBox="1"/>
          <p:nvPr>
            <p:ph idx="3" type="subTitle"/>
          </p:nvPr>
        </p:nvSpPr>
        <p:spPr>
          <a:xfrm>
            <a:off x="1323560" y="5799743"/>
            <a:ext cx="3612900" cy="1153500"/>
          </a:xfrm>
          <a:prstGeom prst="rect">
            <a:avLst/>
          </a:prstGeom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879" name="Google Shape;1879;p36"/>
          <p:cNvSpPr txBox="1"/>
          <p:nvPr>
            <p:ph idx="4" type="subTitle"/>
          </p:nvPr>
        </p:nvSpPr>
        <p:spPr>
          <a:xfrm>
            <a:off x="5508720" y="5198922"/>
            <a:ext cx="36129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80" name="Google Shape;1880;p36"/>
          <p:cNvSpPr txBox="1"/>
          <p:nvPr>
            <p:ph idx="5" type="subTitle"/>
          </p:nvPr>
        </p:nvSpPr>
        <p:spPr>
          <a:xfrm>
            <a:off x="5508719" y="5799743"/>
            <a:ext cx="3612900" cy="1153500"/>
          </a:xfrm>
          <a:prstGeom prst="rect">
            <a:avLst/>
          </a:prstGeom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881" name="Google Shape;1881;p36"/>
          <p:cNvSpPr txBox="1"/>
          <p:nvPr>
            <p:ph idx="6" type="subTitle"/>
          </p:nvPr>
        </p:nvSpPr>
        <p:spPr>
          <a:xfrm>
            <a:off x="9693880" y="5198922"/>
            <a:ext cx="36129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882" name="Google Shape;1882;p36"/>
          <p:cNvSpPr txBox="1"/>
          <p:nvPr>
            <p:ph idx="7" type="subTitle"/>
          </p:nvPr>
        </p:nvSpPr>
        <p:spPr>
          <a:xfrm>
            <a:off x="9693879" y="5799743"/>
            <a:ext cx="3612900" cy="1153500"/>
          </a:xfrm>
          <a:prstGeom prst="rect">
            <a:avLst/>
          </a:prstGeom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883" name="Google Shape;1883;p36"/>
          <p:cNvSpPr txBox="1"/>
          <p:nvPr>
            <p:ph hasCustomPrompt="1" idx="8" type="title"/>
          </p:nvPr>
        </p:nvSpPr>
        <p:spPr>
          <a:xfrm>
            <a:off x="9693879" y="3083144"/>
            <a:ext cx="3612900" cy="1148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84" name="Google Shape;1884;p36"/>
          <p:cNvSpPr txBox="1"/>
          <p:nvPr>
            <p:ph idx="9"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"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37"/>
          <p:cNvGrpSpPr/>
          <p:nvPr/>
        </p:nvGrpSpPr>
        <p:grpSpPr>
          <a:xfrm>
            <a:off x="-3431339" y="4538697"/>
            <a:ext cx="5108475" cy="4611219"/>
            <a:chOff x="825252" y="2083299"/>
            <a:chExt cx="4206583" cy="3797117"/>
          </a:xfrm>
        </p:grpSpPr>
        <p:grpSp>
          <p:nvGrpSpPr>
            <p:cNvPr id="1887" name="Google Shape;1887;p37"/>
            <p:cNvGrpSpPr/>
            <p:nvPr/>
          </p:nvGrpSpPr>
          <p:grpSpPr>
            <a:xfrm flipH="1">
              <a:off x="3862520" y="2083299"/>
              <a:ext cx="1169316" cy="3705371"/>
              <a:chOff x="689500" y="2924525"/>
              <a:chExt cx="1313100" cy="4161000"/>
            </a:xfrm>
          </p:grpSpPr>
          <p:sp>
            <p:nvSpPr>
              <p:cNvPr id="1888" name="Google Shape;1888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3" name="Google Shape;1893;p37"/>
            <p:cNvGrpSpPr/>
            <p:nvPr/>
          </p:nvGrpSpPr>
          <p:grpSpPr>
            <a:xfrm flipH="1">
              <a:off x="2946058" y="2391878"/>
              <a:ext cx="1169316" cy="3271608"/>
              <a:chOff x="-1044450" y="1559250"/>
              <a:chExt cx="1313100" cy="3673900"/>
            </a:xfrm>
          </p:grpSpPr>
          <p:sp>
            <p:nvSpPr>
              <p:cNvPr id="1894" name="Google Shape;1894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9" name="Google Shape;1899;p37"/>
            <p:cNvGrpSpPr/>
            <p:nvPr/>
          </p:nvGrpSpPr>
          <p:grpSpPr>
            <a:xfrm flipH="1">
              <a:off x="1897405" y="2160705"/>
              <a:ext cx="1169316" cy="3271608"/>
              <a:chOff x="-1044450" y="1559250"/>
              <a:chExt cx="1313100" cy="3673900"/>
            </a:xfrm>
          </p:grpSpPr>
          <p:sp>
            <p:nvSpPr>
              <p:cNvPr id="1900" name="Google Shape;1900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5" name="Google Shape;1905;p37"/>
            <p:cNvGrpSpPr/>
            <p:nvPr/>
          </p:nvGrpSpPr>
          <p:grpSpPr>
            <a:xfrm flipH="1">
              <a:off x="825252" y="2175046"/>
              <a:ext cx="1169316" cy="3705371"/>
              <a:chOff x="689500" y="2924525"/>
              <a:chExt cx="1313100" cy="4161000"/>
            </a:xfrm>
          </p:grpSpPr>
          <p:sp>
            <p:nvSpPr>
              <p:cNvPr id="1906" name="Google Shape;1906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11" name="Google Shape;1911;p37"/>
          <p:cNvGrpSpPr/>
          <p:nvPr/>
        </p:nvGrpSpPr>
        <p:grpSpPr>
          <a:xfrm>
            <a:off x="13028500" y="4467791"/>
            <a:ext cx="4088338" cy="4804043"/>
            <a:chOff x="4955884" y="1726985"/>
            <a:chExt cx="3366550" cy="3955898"/>
          </a:xfrm>
        </p:grpSpPr>
        <p:grpSp>
          <p:nvGrpSpPr>
            <p:cNvPr id="1912" name="Google Shape;1912;p37"/>
            <p:cNvGrpSpPr/>
            <p:nvPr/>
          </p:nvGrpSpPr>
          <p:grpSpPr>
            <a:xfrm flipH="1">
              <a:off x="6033410" y="1977531"/>
              <a:ext cx="1169316" cy="3271608"/>
              <a:chOff x="-1044450" y="1559250"/>
              <a:chExt cx="1313100" cy="3673900"/>
            </a:xfrm>
          </p:grpSpPr>
          <p:sp>
            <p:nvSpPr>
              <p:cNvPr id="1913" name="Google Shape;1913;p37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37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37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37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37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8" name="Google Shape;1918;p37"/>
            <p:cNvGrpSpPr/>
            <p:nvPr/>
          </p:nvGrpSpPr>
          <p:grpSpPr>
            <a:xfrm flipH="1">
              <a:off x="4955884" y="1726985"/>
              <a:ext cx="1169316" cy="3705370"/>
              <a:chOff x="689500" y="2924525"/>
              <a:chExt cx="1313100" cy="4161000"/>
            </a:xfrm>
          </p:grpSpPr>
          <p:sp>
            <p:nvSpPr>
              <p:cNvPr id="1919" name="Google Shape;1919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4" name="Google Shape;1924;p37"/>
            <p:cNvGrpSpPr/>
            <p:nvPr/>
          </p:nvGrpSpPr>
          <p:grpSpPr>
            <a:xfrm flipH="1">
              <a:off x="7153118" y="1977513"/>
              <a:ext cx="1169316" cy="3705371"/>
              <a:chOff x="689500" y="2924525"/>
              <a:chExt cx="1313100" cy="4161000"/>
            </a:xfrm>
          </p:grpSpPr>
          <p:sp>
            <p:nvSpPr>
              <p:cNvPr id="1925" name="Google Shape;1925;p37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37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37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37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37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30" name="Google Shape;1930;p37"/>
          <p:cNvGrpSpPr/>
          <p:nvPr/>
        </p:nvGrpSpPr>
        <p:grpSpPr>
          <a:xfrm>
            <a:off x="-477867" y="1291950"/>
            <a:ext cx="2447320" cy="779266"/>
            <a:chOff x="2293625" y="793625"/>
            <a:chExt cx="1052475" cy="335125"/>
          </a:xfrm>
        </p:grpSpPr>
        <p:sp>
          <p:nvSpPr>
            <p:cNvPr id="1931" name="Google Shape;1931;p37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3" name="Google Shape;1933;p37"/>
          <p:cNvSpPr txBox="1"/>
          <p:nvPr>
            <p:ph idx="1" type="subTitle"/>
          </p:nvPr>
        </p:nvSpPr>
        <p:spPr>
          <a:xfrm>
            <a:off x="3331367" y="2914680"/>
            <a:ext cx="3661800" cy="843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4" name="Google Shape;1934;p37"/>
          <p:cNvSpPr txBox="1"/>
          <p:nvPr>
            <p:ph idx="2" type="subTitle"/>
          </p:nvPr>
        </p:nvSpPr>
        <p:spPr>
          <a:xfrm>
            <a:off x="3331368" y="3589160"/>
            <a:ext cx="36618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35" name="Google Shape;1935;p37"/>
          <p:cNvSpPr txBox="1"/>
          <p:nvPr>
            <p:ph idx="3" type="subTitle"/>
          </p:nvPr>
        </p:nvSpPr>
        <p:spPr>
          <a:xfrm>
            <a:off x="3331367" y="5218360"/>
            <a:ext cx="3661800" cy="913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marR="63500" rtl="0"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6" name="Google Shape;1936;p37"/>
          <p:cNvSpPr txBox="1"/>
          <p:nvPr>
            <p:ph idx="4" type="subTitle"/>
          </p:nvPr>
        </p:nvSpPr>
        <p:spPr>
          <a:xfrm>
            <a:off x="3331368" y="5965240"/>
            <a:ext cx="36618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37" name="Google Shape;1937;p37"/>
          <p:cNvSpPr txBox="1"/>
          <p:nvPr>
            <p:ph idx="5" type="subTitle"/>
          </p:nvPr>
        </p:nvSpPr>
        <p:spPr>
          <a:xfrm>
            <a:off x="7619491" y="2914680"/>
            <a:ext cx="3661800" cy="843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38" name="Google Shape;1938;p37"/>
          <p:cNvSpPr txBox="1"/>
          <p:nvPr>
            <p:ph idx="6" type="subTitle"/>
          </p:nvPr>
        </p:nvSpPr>
        <p:spPr>
          <a:xfrm>
            <a:off x="7619487" y="3589159"/>
            <a:ext cx="36618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39" name="Google Shape;1939;p37"/>
          <p:cNvSpPr txBox="1"/>
          <p:nvPr>
            <p:ph idx="7" type="subTitle"/>
          </p:nvPr>
        </p:nvSpPr>
        <p:spPr>
          <a:xfrm>
            <a:off x="7619486" y="5220582"/>
            <a:ext cx="3661800" cy="913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1940" name="Google Shape;1940;p37"/>
          <p:cNvSpPr txBox="1"/>
          <p:nvPr>
            <p:ph idx="8" type="subTitle"/>
          </p:nvPr>
        </p:nvSpPr>
        <p:spPr>
          <a:xfrm>
            <a:off x="7619487" y="5965240"/>
            <a:ext cx="36618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41" name="Google Shape;1941;p37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3_1_4_2_1_1"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3" name="Google Shape;1943;p38"/>
          <p:cNvGrpSpPr/>
          <p:nvPr/>
        </p:nvGrpSpPr>
        <p:grpSpPr>
          <a:xfrm>
            <a:off x="-1227546" y="6587990"/>
            <a:ext cx="5688575" cy="2987174"/>
            <a:chOff x="774567" y="3582394"/>
            <a:chExt cx="3555360" cy="1866984"/>
          </a:xfrm>
        </p:grpSpPr>
        <p:grpSp>
          <p:nvGrpSpPr>
            <p:cNvPr id="1944" name="Google Shape;1944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1945" name="Google Shape;1945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0" name="Google Shape;1950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1951" name="Google Shape;1951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6" name="Google Shape;1956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1957" name="Google Shape;195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2" name="Google Shape;1962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1963" name="Google Shape;1963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8" name="Google Shape;1968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1969" name="Google Shape;1969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4" name="Google Shape;1974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1975" name="Google Shape;1975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0" name="Google Shape;1980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1981" name="Google Shape;1981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86" name="Google Shape;1986;p38"/>
          <p:cNvGrpSpPr/>
          <p:nvPr/>
        </p:nvGrpSpPr>
        <p:grpSpPr>
          <a:xfrm>
            <a:off x="4461014" y="6587990"/>
            <a:ext cx="5688575" cy="2987174"/>
            <a:chOff x="774567" y="3582394"/>
            <a:chExt cx="3555360" cy="1866984"/>
          </a:xfrm>
        </p:grpSpPr>
        <p:grpSp>
          <p:nvGrpSpPr>
            <p:cNvPr id="1987" name="Google Shape;1987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1988" name="Google Shape;1988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3" name="Google Shape;1993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1994" name="Google Shape;1994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9" name="Google Shape;1999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2000" name="Google Shape;2000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05" name="Google Shape;2005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2006" name="Google Shape;2006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1" name="Google Shape;2011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2012" name="Google Shape;2012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7" name="Google Shape;2017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2018" name="Google Shape;2018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3" name="Google Shape;2023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2024" name="Google Shape;2024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29" name="Google Shape;2029;p38"/>
          <p:cNvGrpSpPr/>
          <p:nvPr/>
        </p:nvGrpSpPr>
        <p:grpSpPr>
          <a:xfrm>
            <a:off x="10148014" y="6587990"/>
            <a:ext cx="5688575" cy="2987174"/>
            <a:chOff x="774567" y="3582394"/>
            <a:chExt cx="3555360" cy="1866984"/>
          </a:xfrm>
        </p:grpSpPr>
        <p:grpSp>
          <p:nvGrpSpPr>
            <p:cNvPr id="2030" name="Google Shape;2030;p38"/>
            <p:cNvGrpSpPr/>
            <p:nvPr/>
          </p:nvGrpSpPr>
          <p:grpSpPr>
            <a:xfrm>
              <a:off x="1305558" y="3582400"/>
              <a:ext cx="554522" cy="1551488"/>
              <a:chOff x="-1044450" y="1559250"/>
              <a:chExt cx="1313100" cy="3673900"/>
            </a:xfrm>
          </p:grpSpPr>
          <p:sp>
            <p:nvSpPr>
              <p:cNvPr id="2031" name="Google Shape;2031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6" name="Google Shape;2036;p38"/>
            <p:cNvGrpSpPr/>
            <p:nvPr/>
          </p:nvGrpSpPr>
          <p:grpSpPr>
            <a:xfrm>
              <a:off x="1816552" y="3692187"/>
              <a:ext cx="554522" cy="1757190"/>
              <a:chOff x="689500" y="2924525"/>
              <a:chExt cx="1313100" cy="4161000"/>
            </a:xfrm>
          </p:grpSpPr>
          <p:sp>
            <p:nvSpPr>
              <p:cNvPr id="2037" name="Google Shape;203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2" name="Google Shape;2042;p38"/>
            <p:cNvGrpSpPr/>
            <p:nvPr/>
          </p:nvGrpSpPr>
          <p:grpSpPr>
            <a:xfrm>
              <a:off x="2335054" y="3632560"/>
              <a:ext cx="554522" cy="1757190"/>
              <a:chOff x="689500" y="2924525"/>
              <a:chExt cx="1313100" cy="4161000"/>
            </a:xfrm>
          </p:grpSpPr>
          <p:sp>
            <p:nvSpPr>
              <p:cNvPr id="2043" name="Google Shape;2043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8" name="Google Shape;2048;p38"/>
            <p:cNvGrpSpPr/>
            <p:nvPr/>
          </p:nvGrpSpPr>
          <p:grpSpPr>
            <a:xfrm>
              <a:off x="2769660" y="3626494"/>
              <a:ext cx="554522" cy="1551488"/>
              <a:chOff x="-1044450" y="1559250"/>
              <a:chExt cx="1313100" cy="3673900"/>
            </a:xfrm>
          </p:grpSpPr>
          <p:sp>
            <p:nvSpPr>
              <p:cNvPr id="2049" name="Google Shape;2049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4" name="Google Shape;2054;p38"/>
            <p:cNvGrpSpPr/>
            <p:nvPr/>
          </p:nvGrpSpPr>
          <p:grpSpPr>
            <a:xfrm>
              <a:off x="3266958" y="3669265"/>
              <a:ext cx="554522" cy="1551488"/>
              <a:chOff x="-1044450" y="1559250"/>
              <a:chExt cx="1313100" cy="3673900"/>
            </a:xfrm>
          </p:grpSpPr>
          <p:sp>
            <p:nvSpPr>
              <p:cNvPr id="2055" name="Google Shape;2055;p38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38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38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38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38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0" name="Google Shape;2060;p38"/>
            <p:cNvGrpSpPr/>
            <p:nvPr/>
          </p:nvGrpSpPr>
          <p:grpSpPr>
            <a:xfrm>
              <a:off x="3775404" y="3676069"/>
              <a:ext cx="554522" cy="1757190"/>
              <a:chOff x="689500" y="2924525"/>
              <a:chExt cx="1313100" cy="4161000"/>
            </a:xfrm>
          </p:grpSpPr>
          <p:sp>
            <p:nvSpPr>
              <p:cNvPr id="2061" name="Google Shape;2061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6" name="Google Shape;2066;p38"/>
            <p:cNvGrpSpPr/>
            <p:nvPr/>
          </p:nvGrpSpPr>
          <p:grpSpPr>
            <a:xfrm>
              <a:off x="774567" y="3582394"/>
              <a:ext cx="554522" cy="1757190"/>
              <a:chOff x="689500" y="2924525"/>
              <a:chExt cx="1313100" cy="4161000"/>
            </a:xfrm>
          </p:grpSpPr>
          <p:sp>
            <p:nvSpPr>
              <p:cNvPr id="2067" name="Google Shape;2067;p38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38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38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38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38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72" name="Google Shape;2072;p38"/>
          <p:cNvGrpSpPr/>
          <p:nvPr/>
        </p:nvGrpSpPr>
        <p:grpSpPr>
          <a:xfrm flipH="1" rot="899996">
            <a:off x="13333233" y="2149337"/>
            <a:ext cx="839065" cy="690921"/>
            <a:chOff x="7315125" y="1121525"/>
            <a:chExt cx="1112525" cy="916100"/>
          </a:xfrm>
        </p:grpSpPr>
        <p:sp>
          <p:nvSpPr>
            <p:cNvPr id="2073" name="Google Shape;2073;p38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8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5" name="Google Shape;2075;p38"/>
          <p:cNvGrpSpPr/>
          <p:nvPr/>
        </p:nvGrpSpPr>
        <p:grpSpPr>
          <a:xfrm>
            <a:off x="12027172" y="515201"/>
            <a:ext cx="3845926" cy="836385"/>
            <a:chOff x="4007175" y="1128725"/>
            <a:chExt cx="2166475" cy="471150"/>
          </a:xfrm>
        </p:grpSpPr>
        <p:sp>
          <p:nvSpPr>
            <p:cNvPr id="2076" name="Google Shape;2076;p38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8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8" name="Google Shape;2078;p38"/>
          <p:cNvSpPr txBox="1"/>
          <p:nvPr>
            <p:ph idx="1" type="subTitle"/>
          </p:nvPr>
        </p:nvSpPr>
        <p:spPr>
          <a:xfrm>
            <a:off x="3202542" y="2937033"/>
            <a:ext cx="34770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79" name="Google Shape;2079;p38"/>
          <p:cNvSpPr txBox="1"/>
          <p:nvPr>
            <p:ph idx="2" type="subTitle"/>
          </p:nvPr>
        </p:nvSpPr>
        <p:spPr>
          <a:xfrm>
            <a:off x="3202540" y="3392740"/>
            <a:ext cx="34770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0" name="Google Shape;2080;p38"/>
          <p:cNvSpPr txBox="1"/>
          <p:nvPr>
            <p:ph idx="3" type="subTitle"/>
          </p:nvPr>
        </p:nvSpPr>
        <p:spPr>
          <a:xfrm>
            <a:off x="5576602" y="4703538"/>
            <a:ext cx="34770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81" name="Google Shape;2081;p38"/>
          <p:cNvSpPr txBox="1"/>
          <p:nvPr>
            <p:ph idx="4" type="subTitle"/>
          </p:nvPr>
        </p:nvSpPr>
        <p:spPr>
          <a:xfrm>
            <a:off x="5576600" y="5162180"/>
            <a:ext cx="34770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2" name="Google Shape;2082;p38"/>
          <p:cNvSpPr txBox="1"/>
          <p:nvPr>
            <p:ph idx="5" type="subTitle"/>
          </p:nvPr>
        </p:nvSpPr>
        <p:spPr>
          <a:xfrm>
            <a:off x="7953740" y="2937033"/>
            <a:ext cx="34770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83" name="Google Shape;2083;p38"/>
          <p:cNvSpPr txBox="1"/>
          <p:nvPr>
            <p:ph idx="6" type="subTitle"/>
          </p:nvPr>
        </p:nvSpPr>
        <p:spPr>
          <a:xfrm>
            <a:off x="7953740" y="3392740"/>
            <a:ext cx="34770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4" name="Google Shape;2084;p38"/>
          <p:cNvSpPr txBox="1"/>
          <p:nvPr>
            <p:ph idx="7" type="subTitle"/>
          </p:nvPr>
        </p:nvSpPr>
        <p:spPr>
          <a:xfrm>
            <a:off x="10010540" y="4703513"/>
            <a:ext cx="34770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85" name="Google Shape;2085;p38"/>
          <p:cNvSpPr txBox="1"/>
          <p:nvPr>
            <p:ph idx="8" type="subTitle"/>
          </p:nvPr>
        </p:nvSpPr>
        <p:spPr>
          <a:xfrm>
            <a:off x="10010540" y="5159220"/>
            <a:ext cx="34770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6" name="Google Shape;2086;p38"/>
          <p:cNvSpPr txBox="1"/>
          <p:nvPr>
            <p:ph idx="9" type="subTitle"/>
          </p:nvPr>
        </p:nvSpPr>
        <p:spPr>
          <a:xfrm>
            <a:off x="1142662" y="4703538"/>
            <a:ext cx="34770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087" name="Google Shape;2087;p38"/>
          <p:cNvSpPr txBox="1"/>
          <p:nvPr>
            <p:ph idx="13" type="subTitle"/>
          </p:nvPr>
        </p:nvSpPr>
        <p:spPr>
          <a:xfrm>
            <a:off x="1142660" y="5162180"/>
            <a:ext cx="3477000" cy="843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8" name="Google Shape;2088;p38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_1"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0" name="Google Shape;2090;p39"/>
          <p:cNvGrpSpPr/>
          <p:nvPr/>
        </p:nvGrpSpPr>
        <p:grpSpPr>
          <a:xfrm>
            <a:off x="-2285367" y="4314112"/>
            <a:ext cx="3426338" cy="4219333"/>
            <a:chOff x="7326200" y="3196774"/>
            <a:chExt cx="1997283" cy="2459535"/>
          </a:xfrm>
        </p:grpSpPr>
        <p:grpSp>
          <p:nvGrpSpPr>
            <p:cNvPr id="2091" name="Google Shape;2091;p3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092" name="Google Shape;2092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7" name="Google Shape;2097;p3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098" name="Google Shape;2098;p3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3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3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3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3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3" name="Google Shape;2103;p3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04" name="Google Shape;2104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09" name="Google Shape;2109;p39"/>
          <p:cNvGrpSpPr/>
          <p:nvPr/>
        </p:nvGrpSpPr>
        <p:grpSpPr>
          <a:xfrm>
            <a:off x="13489113" y="4314112"/>
            <a:ext cx="3426338" cy="4219333"/>
            <a:chOff x="7326200" y="3196774"/>
            <a:chExt cx="1997283" cy="2459535"/>
          </a:xfrm>
        </p:grpSpPr>
        <p:grpSp>
          <p:nvGrpSpPr>
            <p:cNvPr id="2110" name="Google Shape;2110;p39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111" name="Google Shape;2111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6" name="Google Shape;2116;p39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117" name="Google Shape;2117;p39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39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39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39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39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2" name="Google Shape;2122;p39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123" name="Google Shape;2123;p39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39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39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39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39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28" name="Google Shape;2128;p39"/>
          <p:cNvGrpSpPr/>
          <p:nvPr/>
        </p:nvGrpSpPr>
        <p:grpSpPr>
          <a:xfrm flipH="1" rot="900260">
            <a:off x="13141441" y="2630323"/>
            <a:ext cx="985338" cy="836275"/>
            <a:chOff x="6064225" y="1470325"/>
            <a:chExt cx="1112500" cy="944200"/>
          </a:xfrm>
        </p:grpSpPr>
        <p:sp>
          <p:nvSpPr>
            <p:cNvPr id="2129" name="Google Shape;2129;p39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9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1" name="Google Shape;2131;p39"/>
          <p:cNvGrpSpPr/>
          <p:nvPr/>
        </p:nvGrpSpPr>
        <p:grpSpPr>
          <a:xfrm>
            <a:off x="-986747" y="1394150"/>
            <a:ext cx="2447320" cy="779266"/>
            <a:chOff x="2293625" y="793625"/>
            <a:chExt cx="1052475" cy="335125"/>
          </a:xfrm>
        </p:grpSpPr>
        <p:sp>
          <p:nvSpPr>
            <p:cNvPr id="2132" name="Google Shape;2132;p39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9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4" name="Google Shape;2134;p39"/>
          <p:cNvGrpSpPr/>
          <p:nvPr/>
        </p:nvGrpSpPr>
        <p:grpSpPr>
          <a:xfrm>
            <a:off x="13489399" y="741404"/>
            <a:ext cx="597481" cy="561028"/>
            <a:chOff x="3708550" y="3474950"/>
            <a:chExt cx="256100" cy="240475"/>
          </a:xfrm>
        </p:grpSpPr>
        <p:sp>
          <p:nvSpPr>
            <p:cNvPr id="2135" name="Google Shape;2135;p39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9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7" name="Google Shape;2137;p39"/>
          <p:cNvSpPr txBox="1"/>
          <p:nvPr>
            <p:ph idx="1" type="subTitle"/>
          </p:nvPr>
        </p:nvSpPr>
        <p:spPr>
          <a:xfrm>
            <a:off x="9074634" y="4174818"/>
            <a:ext cx="34929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38" name="Google Shape;2138;p39"/>
          <p:cNvSpPr txBox="1"/>
          <p:nvPr>
            <p:ph idx="2" type="subTitle"/>
          </p:nvPr>
        </p:nvSpPr>
        <p:spPr>
          <a:xfrm>
            <a:off x="9074634" y="4586557"/>
            <a:ext cx="349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139" name="Google Shape;2139;p39"/>
          <p:cNvSpPr txBox="1"/>
          <p:nvPr>
            <p:ph idx="3" type="subTitle"/>
          </p:nvPr>
        </p:nvSpPr>
        <p:spPr>
          <a:xfrm>
            <a:off x="9074634" y="2376720"/>
            <a:ext cx="34929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0" name="Google Shape;2140;p39"/>
          <p:cNvSpPr txBox="1"/>
          <p:nvPr>
            <p:ph idx="4" type="subTitle"/>
          </p:nvPr>
        </p:nvSpPr>
        <p:spPr>
          <a:xfrm>
            <a:off x="9074634" y="2788442"/>
            <a:ext cx="349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141" name="Google Shape;2141;p39"/>
          <p:cNvSpPr txBox="1"/>
          <p:nvPr>
            <p:ph idx="5" type="subTitle"/>
          </p:nvPr>
        </p:nvSpPr>
        <p:spPr>
          <a:xfrm>
            <a:off x="9074634" y="5972916"/>
            <a:ext cx="3492900" cy="594300"/>
          </a:xfrm>
          <a:prstGeom prst="rect">
            <a:avLst/>
          </a:prstGeom>
          <a:noFill/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2" name="Google Shape;2142;p39"/>
          <p:cNvSpPr txBox="1"/>
          <p:nvPr>
            <p:ph idx="6" type="subTitle"/>
          </p:nvPr>
        </p:nvSpPr>
        <p:spPr>
          <a:xfrm>
            <a:off x="9074634" y="6384640"/>
            <a:ext cx="349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143" name="Google Shape;2143;p39"/>
          <p:cNvSpPr txBox="1"/>
          <p:nvPr>
            <p:ph idx="7" type="subTitle"/>
          </p:nvPr>
        </p:nvSpPr>
        <p:spPr>
          <a:xfrm>
            <a:off x="2042234" y="2376720"/>
            <a:ext cx="34929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4" name="Google Shape;2144;p39"/>
          <p:cNvSpPr txBox="1"/>
          <p:nvPr>
            <p:ph idx="8" type="subTitle"/>
          </p:nvPr>
        </p:nvSpPr>
        <p:spPr>
          <a:xfrm>
            <a:off x="2042234" y="2788442"/>
            <a:ext cx="349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145" name="Google Shape;2145;p39"/>
          <p:cNvSpPr txBox="1"/>
          <p:nvPr>
            <p:ph idx="9" type="subTitle"/>
          </p:nvPr>
        </p:nvSpPr>
        <p:spPr>
          <a:xfrm>
            <a:off x="2042234" y="4174818"/>
            <a:ext cx="34929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6" name="Google Shape;2146;p39"/>
          <p:cNvSpPr txBox="1"/>
          <p:nvPr>
            <p:ph idx="13" type="subTitle"/>
          </p:nvPr>
        </p:nvSpPr>
        <p:spPr>
          <a:xfrm>
            <a:off x="2042234" y="4586557"/>
            <a:ext cx="349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147" name="Google Shape;2147;p39"/>
          <p:cNvSpPr txBox="1"/>
          <p:nvPr>
            <p:ph idx="14" type="subTitle"/>
          </p:nvPr>
        </p:nvSpPr>
        <p:spPr>
          <a:xfrm>
            <a:off x="2042234" y="5972920"/>
            <a:ext cx="3492900" cy="5943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3200">
                <a:solidFill>
                  <a:schemeClr val="accent2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  <p:sp>
        <p:nvSpPr>
          <p:cNvPr id="2148" name="Google Shape;2148;p39"/>
          <p:cNvSpPr txBox="1"/>
          <p:nvPr>
            <p:ph idx="15" type="subTitle"/>
          </p:nvPr>
        </p:nvSpPr>
        <p:spPr>
          <a:xfrm>
            <a:off x="2042234" y="6384640"/>
            <a:ext cx="349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149" name="Google Shape;2149;p39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Abhaya Libre"/>
              <a:buNone/>
              <a:defRPr sz="5600"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1" name="Google Shape;2151;p40"/>
          <p:cNvGrpSpPr/>
          <p:nvPr/>
        </p:nvGrpSpPr>
        <p:grpSpPr>
          <a:xfrm>
            <a:off x="-185244" y="3082249"/>
            <a:ext cx="7644104" cy="6900215"/>
            <a:chOff x="-115778" y="1926406"/>
            <a:chExt cx="4777565" cy="4312634"/>
          </a:xfrm>
        </p:grpSpPr>
        <p:grpSp>
          <p:nvGrpSpPr>
            <p:cNvPr id="2152" name="Google Shape;2152;p40"/>
            <p:cNvGrpSpPr/>
            <p:nvPr/>
          </p:nvGrpSpPr>
          <p:grpSpPr>
            <a:xfrm>
              <a:off x="-115778" y="1926406"/>
              <a:ext cx="1328069" cy="4208435"/>
              <a:chOff x="689500" y="2924525"/>
              <a:chExt cx="1313100" cy="4161000"/>
            </a:xfrm>
          </p:grpSpPr>
          <p:sp>
            <p:nvSpPr>
              <p:cNvPr id="2153" name="Google Shape;2153;p4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4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4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4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4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8" name="Google Shape;2158;p40"/>
            <p:cNvGrpSpPr/>
            <p:nvPr/>
          </p:nvGrpSpPr>
          <p:grpSpPr>
            <a:xfrm>
              <a:off x="925003" y="2276815"/>
              <a:ext cx="1328069" cy="3715782"/>
              <a:chOff x="-1044450" y="1559250"/>
              <a:chExt cx="1313100" cy="3673900"/>
            </a:xfrm>
          </p:grpSpPr>
          <p:sp>
            <p:nvSpPr>
              <p:cNvPr id="2159" name="Google Shape;2159;p4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4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4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4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4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4" name="Google Shape;2164;p40"/>
            <p:cNvGrpSpPr/>
            <p:nvPr/>
          </p:nvGrpSpPr>
          <p:grpSpPr>
            <a:xfrm>
              <a:off x="2115983" y="2014265"/>
              <a:ext cx="1328069" cy="3715782"/>
              <a:chOff x="-1044450" y="1559250"/>
              <a:chExt cx="1313100" cy="3673900"/>
            </a:xfrm>
          </p:grpSpPr>
          <p:sp>
            <p:nvSpPr>
              <p:cNvPr id="2165" name="Google Shape;2165;p40"/>
              <p:cNvSpPr/>
              <p:nvPr/>
            </p:nvSpPr>
            <p:spPr>
              <a:xfrm>
                <a:off x="-1044450" y="1559250"/>
                <a:ext cx="1313100" cy="2962625"/>
              </a:xfrm>
              <a:custGeom>
                <a:rect b="b" l="l" r="r" t="t"/>
                <a:pathLst>
                  <a:path extrusionOk="0" h="118505" w="52524">
                    <a:moveTo>
                      <a:pt x="26262" y="0"/>
                    </a:moveTo>
                    <a:cubicBezTo>
                      <a:pt x="24856" y="0"/>
                      <a:pt x="23450" y="737"/>
                      <a:pt x="22554" y="2211"/>
                    </a:cubicBezTo>
                    <a:cubicBezTo>
                      <a:pt x="15320" y="14157"/>
                      <a:pt x="0" y="43884"/>
                      <a:pt x="0" y="81665"/>
                    </a:cubicBezTo>
                    <a:cubicBezTo>
                      <a:pt x="0" y="100967"/>
                      <a:pt x="10426" y="118505"/>
                      <a:pt x="26262" y="118505"/>
                    </a:cubicBezTo>
                    <a:cubicBezTo>
                      <a:pt x="42098" y="118505"/>
                      <a:pt x="52524" y="100967"/>
                      <a:pt x="52524" y="81665"/>
                    </a:cubicBezTo>
                    <a:cubicBezTo>
                      <a:pt x="52524" y="43884"/>
                      <a:pt x="37205" y="14157"/>
                      <a:pt x="29970" y="2211"/>
                    </a:cubicBezTo>
                    <a:cubicBezTo>
                      <a:pt x="29074" y="737"/>
                      <a:pt x="27668" y="0"/>
                      <a:pt x="262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40"/>
              <p:cNvSpPr/>
              <p:nvPr/>
            </p:nvSpPr>
            <p:spPr>
              <a:xfrm>
                <a:off x="-401600" y="2017275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6" y="128634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40"/>
              <p:cNvSpPr/>
              <p:nvPr/>
            </p:nvSpPr>
            <p:spPr>
              <a:xfrm>
                <a:off x="-400825" y="251195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5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40"/>
              <p:cNvSpPr/>
              <p:nvPr/>
            </p:nvSpPr>
            <p:spPr>
              <a:xfrm>
                <a:off x="-556600" y="2790075"/>
                <a:ext cx="181625" cy="326775"/>
              </a:xfrm>
              <a:custGeom>
                <a:rect b="b" l="l" r="r" t="t"/>
                <a:pathLst>
                  <a:path extrusionOk="0" h="13071" w="7265">
                    <a:moveTo>
                      <a:pt x="1003" y="0"/>
                    </a:moveTo>
                    <a:lnTo>
                      <a:pt x="0" y="487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40"/>
              <p:cNvSpPr/>
              <p:nvPr/>
            </p:nvSpPr>
            <p:spPr>
              <a:xfrm>
                <a:off x="-398550" y="33873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0" name="Google Shape;2170;p40"/>
            <p:cNvGrpSpPr/>
            <p:nvPr/>
          </p:nvGrpSpPr>
          <p:grpSpPr>
            <a:xfrm>
              <a:off x="3333718" y="2030605"/>
              <a:ext cx="1328069" cy="4208435"/>
              <a:chOff x="689500" y="2924525"/>
              <a:chExt cx="1313100" cy="4161000"/>
            </a:xfrm>
          </p:grpSpPr>
          <p:sp>
            <p:nvSpPr>
              <p:cNvPr id="2171" name="Google Shape;2171;p40"/>
              <p:cNvSpPr/>
              <p:nvPr/>
            </p:nvSpPr>
            <p:spPr>
              <a:xfrm>
                <a:off x="689500" y="2924525"/>
                <a:ext cx="1313100" cy="2962650"/>
              </a:xfrm>
              <a:custGeom>
                <a:rect b="b" l="l" r="r" t="t"/>
                <a:pathLst>
                  <a:path extrusionOk="0" h="118506" w="52524">
                    <a:moveTo>
                      <a:pt x="26262" y="1"/>
                    </a:moveTo>
                    <a:cubicBezTo>
                      <a:pt x="24856" y="1"/>
                      <a:pt x="23450" y="738"/>
                      <a:pt x="22554" y="2212"/>
                    </a:cubicBezTo>
                    <a:cubicBezTo>
                      <a:pt x="15319" y="14158"/>
                      <a:pt x="0" y="43854"/>
                      <a:pt x="0" y="81666"/>
                    </a:cubicBezTo>
                    <a:cubicBezTo>
                      <a:pt x="0" y="100967"/>
                      <a:pt x="10426" y="118506"/>
                      <a:pt x="26262" y="118506"/>
                    </a:cubicBezTo>
                    <a:cubicBezTo>
                      <a:pt x="42098" y="118506"/>
                      <a:pt x="52524" y="100967"/>
                      <a:pt x="52524" y="81666"/>
                    </a:cubicBezTo>
                    <a:cubicBezTo>
                      <a:pt x="52524" y="43854"/>
                      <a:pt x="37204" y="14158"/>
                      <a:pt x="29970" y="2212"/>
                    </a:cubicBezTo>
                    <a:cubicBezTo>
                      <a:pt x="29074" y="738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40"/>
              <p:cNvSpPr/>
              <p:nvPr/>
            </p:nvSpPr>
            <p:spPr>
              <a:xfrm>
                <a:off x="1331600" y="3381800"/>
                <a:ext cx="28150" cy="3703725"/>
              </a:xfrm>
              <a:custGeom>
                <a:rect b="b" l="l" r="r" t="t"/>
                <a:pathLst>
                  <a:path extrusionOk="0" h="148149" w="1126">
                    <a:moveTo>
                      <a:pt x="0" y="0"/>
                    </a:moveTo>
                    <a:lnTo>
                      <a:pt x="0" y="148148"/>
                    </a:lnTo>
                    <a:lnTo>
                      <a:pt x="1125" y="148148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40"/>
              <p:cNvSpPr/>
              <p:nvPr/>
            </p:nvSpPr>
            <p:spPr>
              <a:xfrm>
                <a:off x="1333125" y="38772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19" y="0"/>
                    </a:moveTo>
                    <a:lnTo>
                      <a:pt x="0" y="11125"/>
                    </a:lnTo>
                    <a:lnTo>
                      <a:pt x="1003" y="11611"/>
                    </a:lnTo>
                    <a:lnTo>
                      <a:pt x="6353" y="487"/>
                    </a:lnTo>
                    <a:lnTo>
                      <a:pt x="53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40"/>
              <p:cNvSpPr/>
              <p:nvPr/>
            </p:nvSpPr>
            <p:spPr>
              <a:xfrm>
                <a:off x="1176575" y="4155375"/>
                <a:ext cx="181650" cy="326775"/>
              </a:xfrm>
              <a:custGeom>
                <a:rect b="b" l="l" r="r" t="t"/>
                <a:pathLst>
                  <a:path extrusionOk="0" h="13071" w="7266">
                    <a:moveTo>
                      <a:pt x="1034" y="0"/>
                    </a:moveTo>
                    <a:lnTo>
                      <a:pt x="1" y="486"/>
                    </a:lnTo>
                    <a:lnTo>
                      <a:pt x="6262" y="13070"/>
                    </a:lnTo>
                    <a:lnTo>
                      <a:pt x="7265" y="12584"/>
                    </a:lnTo>
                    <a:lnTo>
                      <a:pt x="10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40"/>
              <p:cNvSpPr/>
              <p:nvPr/>
            </p:nvSpPr>
            <p:spPr>
              <a:xfrm>
                <a:off x="1335400" y="475265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0" y="20152"/>
                    </a:lnTo>
                    <a:lnTo>
                      <a:pt x="882" y="20851"/>
                    </a:lnTo>
                    <a:lnTo>
                      <a:pt x="16992" y="699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76" name="Google Shape;2176;p40"/>
          <p:cNvGrpSpPr/>
          <p:nvPr/>
        </p:nvGrpSpPr>
        <p:grpSpPr>
          <a:xfrm>
            <a:off x="13780846" y="4489711"/>
            <a:ext cx="2179255" cy="693910"/>
            <a:chOff x="2293625" y="793625"/>
            <a:chExt cx="1052475" cy="335125"/>
          </a:xfrm>
        </p:grpSpPr>
        <p:sp>
          <p:nvSpPr>
            <p:cNvPr id="2177" name="Google Shape;2177;p40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0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9" name="Google Shape;2179;p40"/>
          <p:cNvGrpSpPr/>
          <p:nvPr/>
        </p:nvGrpSpPr>
        <p:grpSpPr>
          <a:xfrm flipH="1">
            <a:off x="13780612" y="1127604"/>
            <a:ext cx="597481" cy="561028"/>
            <a:chOff x="3708550" y="3474950"/>
            <a:chExt cx="256100" cy="240475"/>
          </a:xfrm>
        </p:grpSpPr>
        <p:sp>
          <p:nvSpPr>
            <p:cNvPr id="2180" name="Google Shape;2180;p40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0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2" name="Google Shape;2182;p40"/>
          <p:cNvSpPr txBox="1"/>
          <p:nvPr>
            <p:ph idx="1" type="subTitle"/>
          </p:nvPr>
        </p:nvSpPr>
        <p:spPr>
          <a:xfrm>
            <a:off x="7294256" y="2861996"/>
            <a:ext cx="6159300" cy="16278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183" name="Google Shape;2183;p40"/>
          <p:cNvSpPr txBox="1"/>
          <p:nvPr>
            <p:ph type="title"/>
          </p:nvPr>
        </p:nvSpPr>
        <p:spPr>
          <a:xfrm>
            <a:off x="7294256" y="887920"/>
            <a:ext cx="6159300" cy="17520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4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184" name="Google Shape;2184;p40"/>
          <p:cNvSpPr txBox="1"/>
          <p:nvPr/>
        </p:nvSpPr>
        <p:spPr>
          <a:xfrm>
            <a:off x="7294240" y="5637200"/>
            <a:ext cx="61593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CREDITS: This presentation template was created by </a:t>
            </a:r>
            <a:r>
              <a:rPr lang="en-US" sz="19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US" sz="19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including icons by </a:t>
            </a:r>
            <a:r>
              <a:rPr lang="en-US" sz="19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US" sz="19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rPr>
              <a:t>, and infographics &amp; images by </a:t>
            </a:r>
            <a:r>
              <a:rPr lang="en-US" sz="1900">
                <a:solidFill>
                  <a:schemeClr val="dk1"/>
                </a:solidFill>
                <a:uFill>
                  <a:noFill/>
                </a:uFill>
                <a:latin typeface="Catamaran Medium"/>
                <a:ea typeface="Catamaran Medium"/>
                <a:cs typeface="Catamaran Medium"/>
                <a:sym typeface="Catamaran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900">
              <a:solidFill>
                <a:schemeClr val="dk1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6" name="Google Shape;2186;p41"/>
          <p:cNvGrpSpPr/>
          <p:nvPr/>
        </p:nvGrpSpPr>
        <p:grpSpPr>
          <a:xfrm>
            <a:off x="-1260828" y="2295601"/>
            <a:ext cx="3845926" cy="836385"/>
            <a:chOff x="4007175" y="1128725"/>
            <a:chExt cx="2166475" cy="471150"/>
          </a:xfrm>
        </p:grpSpPr>
        <p:sp>
          <p:nvSpPr>
            <p:cNvPr id="2187" name="Google Shape;2187;p41"/>
            <p:cNvSpPr/>
            <p:nvPr/>
          </p:nvSpPr>
          <p:spPr>
            <a:xfrm>
              <a:off x="4007175" y="1128725"/>
              <a:ext cx="2166475" cy="386050"/>
            </a:xfrm>
            <a:custGeom>
              <a:rect b="b" l="l" r="r" t="t"/>
              <a:pathLst>
                <a:path extrusionOk="0" h="15442" w="86659">
                  <a:moveTo>
                    <a:pt x="1308" y="12858"/>
                  </a:moveTo>
                  <a:lnTo>
                    <a:pt x="3527" y="12858"/>
                  </a:lnTo>
                  <a:cubicBezTo>
                    <a:pt x="3496" y="12676"/>
                    <a:pt x="3466" y="12524"/>
                    <a:pt x="3466" y="12341"/>
                  </a:cubicBezTo>
                  <a:cubicBezTo>
                    <a:pt x="3466" y="10639"/>
                    <a:pt x="4864" y="9271"/>
                    <a:pt x="6566" y="9271"/>
                  </a:cubicBezTo>
                  <a:cubicBezTo>
                    <a:pt x="7204" y="9271"/>
                    <a:pt x="7782" y="9454"/>
                    <a:pt x="8268" y="9788"/>
                  </a:cubicBezTo>
                  <a:cubicBezTo>
                    <a:pt x="8481" y="8967"/>
                    <a:pt x="9211" y="8390"/>
                    <a:pt x="10092" y="8390"/>
                  </a:cubicBezTo>
                  <a:cubicBezTo>
                    <a:pt x="10366" y="8390"/>
                    <a:pt x="10639" y="8451"/>
                    <a:pt x="10882" y="8542"/>
                  </a:cubicBezTo>
                  <a:cubicBezTo>
                    <a:pt x="11490" y="6140"/>
                    <a:pt x="13679" y="4347"/>
                    <a:pt x="16262" y="4347"/>
                  </a:cubicBezTo>
                  <a:cubicBezTo>
                    <a:pt x="18177" y="4347"/>
                    <a:pt x="19879" y="5320"/>
                    <a:pt x="20883" y="6779"/>
                  </a:cubicBezTo>
                  <a:cubicBezTo>
                    <a:pt x="21430" y="6171"/>
                    <a:pt x="22220" y="5806"/>
                    <a:pt x="23101" y="5806"/>
                  </a:cubicBezTo>
                  <a:cubicBezTo>
                    <a:pt x="23983" y="5806"/>
                    <a:pt x="24804" y="6171"/>
                    <a:pt x="25351" y="6779"/>
                  </a:cubicBezTo>
                  <a:cubicBezTo>
                    <a:pt x="25807" y="2949"/>
                    <a:pt x="29059" y="1"/>
                    <a:pt x="33010" y="1"/>
                  </a:cubicBezTo>
                  <a:cubicBezTo>
                    <a:pt x="37266" y="1"/>
                    <a:pt x="40731" y="3466"/>
                    <a:pt x="40731" y="7721"/>
                  </a:cubicBezTo>
                  <a:cubicBezTo>
                    <a:pt x="40731" y="7873"/>
                    <a:pt x="40731" y="8055"/>
                    <a:pt x="40731" y="8207"/>
                  </a:cubicBezTo>
                  <a:lnTo>
                    <a:pt x="40731" y="8207"/>
                  </a:lnTo>
                  <a:cubicBezTo>
                    <a:pt x="40853" y="6900"/>
                    <a:pt x="41947" y="5867"/>
                    <a:pt x="43284" y="5867"/>
                  </a:cubicBezTo>
                  <a:cubicBezTo>
                    <a:pt x="44713" y="5867"/>
                    <a:pt x="45837" y="6992"/>
                    <a:pt x="45837" y="8420"/>
                  </a:cubicBezTo>
                  <a:cubicBezTo>
                    <a:pt x="45837" y="8572"/>
                    <a:pt x="45837" y="8754"/>
                    <a:pt x="45807" y="8906"/>
                  </a:cubicBezTo>
                  <a:cubicBezTo>
                    <a:pt x="45959" y="8846"/>
                    <a:pt x="46141" y="8815"/>
                    <a:pt x="46324" y="8815"/>
                  </a:cubicBezTo>
                  <a:cubicBezTo>
                    <a:pt x="47236" y="8815"/>
                    <a:pt x="47996" y="9575"/>
                    <a:pt x="47996" y="10487"/>
                  </a:cubicBezTo>
                  <a:cubicBezTo>
                    <a:pt x="47996" y="10669"/>
                    <a:pt x="47965" y="10821"/>
                    <a:pt x="47935" y="10973"/>
                  </a:cubicBezTo>
                  <a:lnTo>
                    <a:pt x="51521" y="10973"/>
                  </a:lnTo>
                  <a:cubicBezTo>
                    <a:pt x="51491" y="10821"/>
                    <a:pt x="51461" y="10669"/>
                    <a:pt x="51461" y="10517"/>
                  </a:cubicBezTo>
                  <a:cubicBezTo>
                    <a:pt x="51461" y="9818"/>
                    <a:pt x="51947" y="9210"/>
                    <a:pt x="52585" y="8998"/>
                  </a:cubicBezTo>
                  <a:cubicBezTo>
                    <a:pt x="52616" y="7843"/>
                    <a:pt x="53558" y="6931"/>
                    <a:pt x="54743" y="6931"/>
                  </a:cubicBezTo>
                  <a:cubicBezTo>
                    <a:pt x="55230" y="6931"/>
                    <a:pt x="55655" y="7083"/>
                    <a:pt x="56020" y="7356"/>
                  </a:cubicBezTo>
                  <a:cubicBezTo>
                    <a:pt x="56689" y="6536"/>
                    <a:pt x="57722" y="5988"/>
                    <a:pt x="58877" y="5988"/>
                  </a:cubicBezTo>
                  <a:cubicBezTo>
                    <a:pt x="58999" y="5988"/>
                    <a:pt x="59120" y="5988"/>
                    <a:pt x="59242" y="6019"/>
                  </a:cubicBezTo>
                  <a:cubicBezTo>
                    <a:pt x="60184" y="3101"/>
                    <a:pt x="62889" y="1004"/>
                    <a:pt x="66111" y="1004"/>
                  </a:cubicBezTo>
                  <a:cubicBezTo>
                    <a:pt x="69333" y="1004"/>
                    <a:pt x="72039" y="3101"/>
                    <a:pt x="72981" y="5988"/>
                  </a:cubicBezTo>
                  <a:cubicBezTo>
                    <a:pt x="73102" y="5958"/>
                    <a:pt x="73254" y="5958"/>
                    <a:pt x="73406" y="5958"/>
                  </a:cubicBezTo>
                  <a:cubicBezTo>
                    <a:pt x="74592" y="5958"/>
                    <a:pt x="75595" y="6748"/>
                    <a:pt x="75929" y="7812"/>
                  </a:cubicBezTo>
                  <a:cubicBezTo>
                    <a:pt x="76172" y="7751"/>
                    <a:pt x="76446" y="7721"/>
                    <a:pt x="76719" y="7721"/>
                  </a:cubicBezTo>
                  <a:cubicBezTo>
                    <a:pt x="78209" y="7721"/>
                    <a:pt x="79455" y="8754"/>
                    <a:pt x="79789" y="10153"/>
                  </a:cubicBezTo>
                  <a:lnTo>
                    <a:pt x="79881" y="10153"/>
                  </a:lnTo>
                  <a:lnTo>
                    <a:pt x="79881" y="10213"/>
                  </a:lnTo>
                  <a:cubicBezTo>
                    <a:pt x="80093" y="10183"/>
                    <a:pt x="80306" y="10153"/>
                    <a:pt x="80519" y="10153"/>
                  </a:cubicBezTo>
                  <a:cubicBezTo>
                    <a:pt x="81978" y="10153"/>
                    <a:pt x="83163" y="11338"/>
                    <a:pt x="83163" y="12797"/>
                  </a:cubicBezTo>
                  <a:cubicBezTo>
                    <a:pt x="83163" y="12797"/>
                    <a:pt x="83163" y="12828"/>
                    <a:pt x="83163" y="12858"/>
                  </a:cubicBezTo>
                  <a:lnTo>
                    <a:pt x="85352" y="12858"/>
                  </a:lnTo>
                  <a:cubicBezTo>
                    <a:pt x="86081" y="12858"/>
                    <a:pt x="86659" y="13435"/>
                    <a:pt x="86659" y="14135"/>
                  </a:cubicBezTo>
                  <a:lnTo>
                    <a:pt x="86659" y="14135"/>
                  </a:lnTo>
                  <a:cubicBezTo>
                    <a:pt x="86659" y="14864"/>
                    <a:pt x="86081" y="15442"/>
                    <a:pt x="85352" y="15442"/>
                  </a:cubicBezTo>
                  <a:lnTo>
                    <a:pt x="80519" y="15442"/>
                  </a:lnTo>
                  <a:lnTo>
                    <a:pt x="79881" y="15442"/>
                  </a:lnTo>
                  <a:lnTo>
                    <a:pt x="73315" y="15442"/>
                  </a:lnTo>
                  <a:lnTo>
                    <a:pt x="6566" y="15442"/>
                  </a:lnTo>
                  <a:lnTo>
                    <a:pt x="1308" y="15442"/>
                  </a:lnTo>
                  <a:cubicBezTo>
                    <a:pt x="578" y="15442"/>
                    <a:pt x="1" y="14864"/>
                    <a:pt x="1" y="14135"/>
                  </a:cubicBezTo>
                  <a:lnTo>
                    <a:pt x="1" y="14135"/>
                  </a:lnTo>
                  <a:cubicBezTo>
                    <a:pt x="1" y="13435"/>
                    <a:pt x="578" y="12858"/>
                    <a:pt x="1308" y="12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1"/>
            <p:cNvSpPr/>
            <p:nvPr/>
          </p:nvSpPr>
          <p:spPr>
            <a:xfrm>
              <a:off x="4228300" y="1242700"/>
              <a:ext cx="1758425" cy="357175"/>
            </a:xfrm>
            <a:custGeom>
              <a:rect b="b" l="l" r="r" t="t"/>
              <a:pathLst>
                <a:path extrusionOk="0" h="14287" w="70337">
                  <a:moveTo>
                    <a:pt x="43376" y="7965"/>
                  </a:moveTo>
                  <a:cubicBezTo>
                    <a:pt x="42798" y="8147"/>
                    <a:pt x="42372" y="8664"/>
                    <a:pt x="42372" y="9302"/>
                  </a:cubicBezTo>
                  <a:cubicBezTo>
                    <a:pt x="42372" y="9454"/>
                    <a:pt x="42403" y="9576"/>
                    <a:pt x="42433" y="9697"/>
                  </a:cubicBezTo>
                  <a:lnTo>
                    <a:pt x="39242" y="9697"/>
                  </a:lnTo>
                  <a:cubicBezTo>
                    <a:pt x="39302" y="9576"/>
                    <a:pt x="39302" y="9424"/>
                    <a:pt x="39302" y="9272"/>
                  </a:cubicBezTo>
                  <a:cubicBezTo>
                    <a:pt x="39302" y="8451"/>
                    <a:pt x="38634" y="7813"/>
                    <a:pt x="37843" y="7813"/>
                  </a:cubicBezTo>
                  <a:cubicBezTo>
                    <a:pt x="37661" y="7813"/>
                    <a:pt x="37509" y="7843"/>
                    <a:pt x="37388" y="7873"/>
                  </a:cubicBezTo>
                  <a:cubicBezTo>
                    <a:pt x="37388" y="7752"/>
                    <a:pt x="37418" y="7600"/>
                    <a:pt x="37418" y="7448"/>
                  </a:cubicBezTo>
                  <a:cubicBezTo>
                    <a:pt x="37418" y="6202"/>
                    <a:pt x="36415" y="5199"/>
                    <a:pt x="35169" y="5199"/>
                  </a:cubicBezTo>
                  <a:cubicBezTo>
                    <a:pt x="33983" y="5199"/>
                    <a:pt x="33011" y="6110"/>
                    <a:pt x="32919" y="7265"/>
                  </a:cubicBezTo>
                  <a:lnTo>
                    <a:pt x="32889" y="7265"/>
                  </a:lnTo>
                  <a:cubicBezTo>
                    <a:pt x="32889" y="7113"/>
                    <a:pt x="32919" y="6992"/>
                    <a:pt x="32919" y="6840"/>
                  </a:cubicBezTo>
                  <a:cubicBezTo>
                    <a:pt x="32919" y="5563"/>
                    <a:pt x="32555" y="4347"/>
                    <a:pt x="31947" y="3344"/>
                  </a:cubicBezTo>
                  <a:cubicBezTo>
                    <a:pt x="31916" y="3436"/>
                    <a:pt x="31916" y="3557"/>
                    <a:pt x="31886" y="3648"/>
                  </a:cubicBezTo>
                  <a:lnTo>
                    <a:pt x="31886" y="3648"/>
                  </a:lnTo>
                  <a:cubicBezTo>
                    <a:pt x="31886" y="3527"/>
                    <a:pt x="31886" y="3375"/>
                    <a:pt x="31886" y="3253"/>
                  </a:cubicBezTo>
                  <a:cubicBezTo>
                    <a:pt x="30701" y="1308"/>
                    <a:pt x="28542" y="1"/>
                    <a:pt x="26080" y="1"/>
                  </a:cubicBezTo>
                  <a:cubicBezTo>
                    <a:pt x="22615" y="1"/>
                    <a:pt x="19728" y="2615"/>
                    <a:pt x="19333" y="5989"/>
                  </a:cubicBezTo>
                  <a:cubicBezTo>
                    <a:pt x="18816" y="5472"/>
                    <a:pt x="18117" y="5138"/>
                    <a:pt x="17357" y="5138"/>
                  </a:cubicBezTo>
                  <a:cubicBezTo>
                    <a:pt x="16566" y="5138"/>
                    <a:pt x="15867" y="5472"/>
                    <a:pt x="15351" y="5989"/>
                  </a:cubicBezTo>
                  <a:cubicBezTo>
                    <a:pt x="14469" y="4712"/>
                    <a:pt x="13010" y="3861"/>
                    <a:pt x="11308" y="3861"/>
                  </a:cubicBezTo>
                  <a:cubicBezTo>
                    <a:pt x="8998" y="3861"/>
                    <a:pt x="7083" y="5442"/>
                    <a:pt x="6566" y="7569"/>
                  </a:cubicBezTo>
                  <a:cubicBezTo>
                    <a:pt x="6354" y="7478"/>
                    <a:pt x="6110" y="7417"/>
                    <a:pt x="5867" y="7417"/>
                  </a:cubicBezTo>
                  <a:cubicBezTo>
                    <a:pt x="5077" y="7417"/>
                    <a:pt x="4439" y="7934"/>
                    <a:pt x="4256" y="8664"/>
                  </a:cubicBezTo>
                  <a:cubicBezTo>
                    <a:pt x="3800" y="8360"/>
                    <a:pt x="3284" y="8208"/>
                    <a:pt x="2736" y="8208"/>
                  </a:cubicBezTo>
                  <a:cubicBezTo>
                    <a:pt x="1247" y="8208"/>
                    <a:pt x="31" y="9393"/>
                    <a:pt x="1" y="10883"/>
                  </a:cubicBezTo>
                  <a:lnTo>
                    <a:pt x="26384" y="10883"/>
                  </a:lnTo>
                  <a:cubicBezTo>
                    <a:pt x="26719" y="10883"/>
                    <a:pt x="26992" y="11156"/>
                    <a:pt x="26992" y="11460"/>
                  </a:cubicBezTo>
                  <a:cubicBezTo>
                    <a:pt x="26992" y="11794"/>
                    <a:pt x="26080" y="12038"/>
                    <a:pt x="26384" y="12038"/>
                  </a:cubicBezTo>
                  <a:lnTo>
                    <a:pt x="24773" y="12038"/>
                  </a:lnTo>
                  <a:cubicBezTo>
                    <a:pt x="24165" y="12038"/>
                    <a:pt x="23679" y="12554"/>
                    <a:pt x="23679" y="13162"/>
                  </a:cubicBezTo>
                  <a:lnTo>
                    <a:pt x="23679" y="13162"/>
                  </a:lnTo>
                  <a:cubicBezTo>
                    <a:pt x="23679" y="13770"/>
                    <a:pt x="24165" y="14287"/>
                    <a:pt x="24773" y="14287"/>
                  </a:cubicBezTo>
                  <a:lnTo>
                    <a:pt x="64926" y="14287"/>
                  </a:lnTo>
                  <a:cubicBezTo>
                    <a:pt x="65534" y="14287"/>
                    <a:pt x="66051" y="13770"/>
                    <a:pt x="66051" y="13162"/>
                  </a:cubicBezTo>
                  <a:lnTo>
                    <a:pt x="66051" y="13162"/>
                  </a:lnTo>
                  <a:cubicBezTo>
                    <a:pt x="66051" y="12554"/>
                    <a:pt x="65534" y="12038"/>
                    <a:pt x="64926" y="12038"/>
                  </a:cubicBezTo>
                  <a:lnTo>
                    <a:pt x="62646" y="12038"/>
                  </a:lnTo>
                  <a:cubicBezTo>
                    <a:pt x="62342" y="12038"/>
                    <a:pt x="62069" y="11794"/>
                    <a:pt x="62069" y="11460"/>
                  </a:cubicBezTo>
                  <a:cubicBezTo>
                    <a:pt x="62069" y="11156"/>
                    <a:pt x="63042" y="10883"/>
                    <a:pt x="62646" y="10883"/>
                  </a:cubicBezTo>
                  <a:lnTo>
                    <a:pt x="64470" y="10883"/>
                  </a:lnTo>
                  <a:lnTo>
                    <a:pt x="70336" y="10883"/>
                  </a:lnTo>
                  <a:cubicBezTo>
                    <a:pt x="70124" y="9788"/>
                    <a:pt x="69181" y="8968"/>
                    <a:pt x="68026" y="8968"/>
                  </a:cubicBezTo>
                  <a:cubicBezTo>
                    <a:pt x="67844" y="8968"/>
                    <a:pt x="67662" y="8998"/>
                    <a:pt x="67479" y="9028"/>
                  </a:cubicBezTo>
                  <a:lnTo>
                    <a:pt x="67479" y="8968"/>
                  </a:lnTo>
                  <a:lnTo>
                    <a:pt x="67388" y="8968"/>
                  </a:lnTo>
                  <a:cubicBezTo>
                    <a:pt x="67084" y="7752"/>
                    <a:pt x="65990" y="6840"/>
                    <a:pt x="64653" y="6840"/>
                  </a:cubicBezTo>
                  <a:cubicBezTo>
                    <a:pt x="64440" y="6840"/>
                    <a:pt x="64197" y="6870"/>
                    <a:pt x="63984" y="6931"/>
                  </a:cubicBezTo>
                  <a:cubicBezTo>
                    <a:pt x="63680" y="5958"/>
                    <a:pt x="62798" y="5259"/>
                    <a:pt x="61735" y="5259"/>
                  </a:cubicBezTo>
                  <a:cubicBezTo>
                    <a:pt x="61613" y="5259"/>
                    <a:pt x="61491" y="5290"/>
                    <a:pt x="61370" y="5290"/>
                  </a:cubicBezTo>
                  <a:cubicBezTo>
                    <a:pt x="60549" y="2737"/>
                    <a:pt x="58148" y="913"/>
                    <a:pt x="55321" y="913"/>
                  </a:cubicBezTo>
                  <a:cubicBezTo>
                    <a:pt x="52464" y="913"/>
                    <a:pt x="50063" y="2767"/>
                    <a:pt x="49242" y="5320"/>
                  </a:cubicBezTo>
                  <a:cubicBezTo>
                    <a:pt x="49151" y="5320"/>
                    <a:pt x="49029" y="5290"/>
                    <a:pt x="48908" y="5290"/>
                  </a:cubicBezTo>
                  <a:cubicBezTo>
                    <a:pt x="47904" y="5290"/>
                    <a:pt x="46993" y="5776"/>
                    <a:pt x="46415" y="6506"/>
                  </a:cubicBezTo>
                  <a:cubicBezTo>
                    <a:pt x="46081" y="6262"/>
                    <a:pt x="45686" y="6141"/>
                    <a:pt x="45260" y="6141"/>
                  </a:cubicBezTo>
                  <a:cubicBezTo>
                    <a:pt x="44227" y="6141"/>
                    <a:pt x="43406" y="6961"/>
                    <a:pt x="43376" y="7965"/>
                  </a:cubicBezTo>
                  <a:close/>
                  <a:moveTo>
                    <a:pt x="21187" y="12038"/>
                  </a:moveTo>
                  <a:cubicBezTo>
                    <a:pt x="21795" y="12038"/>
                    <a:pt x="22311" y="12554"/>
                    <a:pt x="22311" y="13162"/>
                  </a:cubicBezTo>
                  <a:lnTo>
                    <a:pt x="22311" y="13162"/>
                  </a:lnTo>
                  <a:cubicBezTo>
                    <a:pt x="22311" y="13770"/>
                    <a:pt x="21795" y="14287"/>
                    <a:pt x="21187" y="14287"/>
                  </a:cubicBezTo>
                  <a:lnTo>
                    <a:pt x="21156" y="14287"/>
                  </a:lnTo>
                  <a:cubicBezTo>
                    <a:pt x="20548" y="14287"/>
                    <a:pt x="20032" y="13770"/>
                    <a:pt x="20032" y="13162"/>
                  </a:cubicBezTo>
                  <a:lnTo>
                    <a:pt x="20032" y="13162"/>
                  </a:lnTo>
                  <a:cubicBezTo>
                    <a:pt x="20032" y="12554"/>
                    <a:pt x="20548" y="12038"/>
                    <a:pt x="21156" y="120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9" name="Google Shape;2189;p41"/>
          <p:cNvGrpSpPr/>
          <p:nvPr/>
        </p:nvGrpSpPr>
        <p:grpSpPr>
          <a:xfrm>
            <a:off x="2213345" y="302318"/>
            <a:ext cx="597481" cy="561028"/>
            <a:chOff x="3708550" y="3474950"/>
            <a:chExt cx="256100" cy="240475"/>
          </a:xfrm>
        </p:grpSpPr>
        <p:sp>
          <p:nvSpPr>
            <p:cNvPr id="2190" name="Google Shape;2190;p41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1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2" name="Google Shape;2192;p41"/>
          <p:cNvGrpSpPr/>
          <p:nvPr/>
        </p:nvGrpSpPr>
        <p:grpSpPr>
          <a:xfrm flipH="1" rot="899996">
            <a:off x="12719784" y="1302777"/>
            <a:ext cx="839065" cy="690921"/>
            <a:chOff x="7315125" y="1121525"/>
            <a:chExt cx="1112525" cy="916100"/>
          </a:xfrm>
        </p:grpSpPr>
        <p:sp>
          <p:nvSpPr>
            <p:cNvPr id="2193" name="Google Shape;2193;p41"/>
            <p:cNvSpPr/>
            <p:nvPr/>
          </p:nvSpPr>
          <p:spPr>
            <a:xfrm>
              <a:off x="7315125" y="1121525"/>
              <a:ext cx="1112525" cy="792675"/>
            </a:xfrm>
            <a:custGeom>
              <a:rect b="b" l="l" r="r" t="t"/>
              <a:pathLst>
                <a:path extrusionOk="0" h="31707" w="44501">
                  <a:moveTo>
                    <a:pt x="21718" y="1"/>
                  </a:moveTo>
                  <a:cubicBezTo>
                    <a:pt x="16027" y="1"/>
                    <a:pt x="10701" y="509"/>
                    <a:pt x="7873" y="989"/>
                  </a:cubicBezTo>
                  <a:cubicBezTo>
                    <a:pt x="1" y="2326"/>
                    <a:pt x="2037" y="13816"/>
                    <a:pt x="1733" y="22084"/>
                  </a:cubicBezTo>
                  <a:cubicBezTo>
                    <a:pt x="1449" y="29752"/>
                    <a:pt x="13758" y="31707"/>
                    <a:pt x="24263" y="31707"/>
                  </a:cubicBezTo>
                  <a:cubicBezTo>
                    <a:pt x="29497" y="31707"/>
                    <a:pt x="34283" y="31221"/>
                    <a:pt x="36840" y="30716"/>
                  </a:cubicBezTo>
                  <a:cubicBezTo>
                    <a:pt x="44500" y="29166"/>
                    <a:pt x="44135" y="17676"/>
                    <a:pt x="43558" y="7889"/>
                  </a:cubicBezTo>
                  <a:cubicBezTo>
                    <a:pt x="43188" y="1617"/>
                    <a:pt x="31872" y="1"/>
                    <a:pt x="2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1"/>
            <p:cNvSpPr/>
            <p:nvPr/>
          </p:nvSpPr>
          <p:spPr>
            <a:xfrm>
              <a:off x="7815150" y="1808100"/>
              <a:ext cx="177825" cy="229525"/>
            </a:xfrm>
            <a:custGeom>
              <a:rect b="b" l="l" r="r" t="t"/>
              <a:pathLst>
                <a:path extrusionOk="0" h="9181" w="7113">
                  <a:moveTo>
                    <a:pt x="5016" y="1"/>
                  </a:moveTo>
                  <a:lnTo>
                    <a:pt x="0" y="943"/>
                  </a:lnTo>
                  <a:cubicBezTo>
                    <a:pt x="0" y="943"/>
                    <a:pt x="2888" y="9180"/>
                    <a:pt x="5016" y="9180"/>
                  </a:cubicBezTo>
                  <a:cubicBezTo>
                    <a:pt x="7113" y="9180"/>
                    <a:pt x="5016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5" name="Google Shape;2195;p41"/>
          <p:cNvGrpSpPr/>
          <p:nvPr/>
        </p:nvGrpSpPr>
        <p:grpSpPr>
          <a:xfrm flipH="1">
            <a:off x="7314870" y="5980457"/>
            <a:ext cx="6617517" cy="3520497"/>
            <a:chOff x="427600" y="1407698"/>
            <a:chExt cx="7990240" cy="4251808"/>
          </a:xfrm>
        </p:grpSpPr>
        <p:grpSp>
          <p:nvGrpSpPr>
            <p:cNvPr id="2196" name="Google Shape;2196;p4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197" name="Google Shape;2197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2" name="Google Shape;2202;p4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203" name="Google Shape;2203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8" name="Google Shape;2208;p4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209" name="Google Shape;2209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4" name="Google Shape;2214;p4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215" name="Google Shape;2215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0" name="Google Shape;2220;p4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221" name="Google Shape;2221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6" name="Google Shape;2226;p4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227" name="Google Shape;2227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2" name="Google Shape;2232;p4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233" name="Google Shape;2233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38" name="Google Shape;2238;p41"/>
          <p:cNvGrpSpPr/>
          <p:nvPr/>
        </p:nvGrpSpPr>
        <p:grpSpPr>
          <a:xfrm flipH="1">
            <a:off x="697670" y="5980457"/>
            <a:ext cx="6617517" cy="3520497"/>
            <a:chOff x="427600" y="1407698"/>
            <a:chExt cx="7990240" cy="4251808"/>
          </a:xfrm>
        </p:grpSpPr>
        <p:grpSp>
          <p:nvGrpSpPr>
            <p:cNvPr id="2239" name="Google Shape;2239;p41"/>
            <p:cNvGrpSpPr/>
            <p:nvPr/>
          </p:nvGrpSpPr>
          <p:grpSpPr>
            <a:xfrm>
              <a:off x="3675306" y="1740129"/>
              <a:ext cx="1282923" cy="3868358"/>
              <a:chOff x="4749600" y="2924725"/>
              <a:chExt cx="1313125" cy="3959425"/>
            </a:xfrm>
          </p:grpSpPr>
          <p:sp>
            <p:nvSpPr>
              <p:cNvPr id="2240" name="Google Shape;2240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5" name="Google Shape;2245;p41"/>
            <p:cNvGrpSpPr/>
            <p:nvPr/>
          </p:nvGrpSpPr>
          <p:grpSpPr>
            <a:xfrm>
              <a:off x="4870625" y="1407698"/>
              <a:ext cx="1282923" cy="3868358"/>
              <a:chOff x="4749600" y="2924725"/>
              <a:chExt cx="1313125" cy="3959425"/>
            </a:xfrm>
          </p:grpSpPr>
          <p:sp>
            <p:nvSpPr>
              <p:cNvPr id="2246" name="Google Shape;2246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1" name="Google Shape;2251;p41"/>
            <p:cNvGrpSpPr/>
            <p:nvPr/>
          </p:nvGrpSpPr>
          <p:grpSpPr>
            <a:xfrm>
              <a:off x="427600" y="1791148"/>
              <a:ext cx="1282923" cy="3868358"/>
              <a:chOff x="4749600" y="2924725"/>
              <a:chExt cx="1313125" cy="3959425"/>
            </a:xfrm>
          </p:grpSpPr>
          <p:sp>
            <p:nvSpPr>
              <p:cNvPr id="2252" name="Google Shape;2252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4" name="Google Shape;2254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7" name="Google Shape;2257;p41"/>
            <p:cNvGrpSpPr/>
            <p:nvPr/>
          </p:nvGrpSpPr>
          <p:grpSpPr>
            <a:xfrm>
              <a:off x="2606317" y="1791088"/>
              <a:ext cx="1282899" cy="3589229"/>
              <a:chOff x="5789900" y="1448250"/>
              <a:chExt cx="1313100" cy="3673725"/>
            </a:xfrm>
          </p:grpSpPr>
          <p:sp>
            <p:nvSpPr>
              <p:cNvPr id="2258" name="Google Shape;2258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9" name="Google Shape;2259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0" name="Google Shape;2260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2" name="Google Shape;2262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3" name="Google Shape;2263;p41"/>
            <p:cNvGrpSpPr/>
            <p:nvPr/>
          </p:nvGrpSpPr>
          <p:grpSpPr>
            <a:xfrm>
              <a:off x="1609318" y="1407698"/>
              <a:ext cx="1282923" cy="3868358"/>
              <a:chOff x="4749600" y="2924725"/>
              <a:chExt cx="1313125" cy="3959425"/>
            </a:xfrm>
          </p:grpSpPr>
          <p:sp>
            <p:nvSpPr>
              <p:cNvPr id="2264" name="Google Shape;2264;p41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5" name="Google Shape;2265;p41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6" name="Google Shape;2266;p41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41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41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9" name="Google Shape;2269;p41"/>
            <p:cNvGrpSpPr/>
            <p:nvPr/>
          </p:nvGrpSpPr>
          <p:grpSpPr>
            <a:xfrm>
              <a:off x="6058667" y="1879688"/>
              <a:ext cx="1282899" cy="3589229"/>
              <a:chOff x="5789900" y="1448250"/>
              <a:chExt cx="1313100" cy="3673725"/>
            </a:xfrm>
          </p:grpSpPr>
          <p:sp>
            <p:nvSpPr>
              <p:cNvPr id="2270" name="Google Shape;2270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5" name="Google Shape;2275;p41"/>
            <p:cNvGrpSpPr/>
            <p:nvPr/>
          </p:nvGrpSpPr>
          <p:grpSpPr>
            <a:xfrm>
              <a:off x="7134942" y="1785950"/>
              <a:ext cx="1282899" cy="3589229"/>
              <a:chOff x="5789900" y="1448250"/>
              <a:chExt cx="1313100" cy="3673725"/>
            </a:xfrm>
          </p:grpSpPr>
          <p:sp>
            <p:nvSpPr>
              <p:cNvPr id="2276" name="Google Shape;2276;p41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41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41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9" name="Google Shape;2279;p41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41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2" name="Google Shape;2282;p42"/>
          <p:cNvGrpSpPr/>
          <p:nvPr/>
        </p:nvGrpSpPr>
        <p:grpSpPr>
          <a:xfrm flipH="1">
            <a:off x="11461966" y="4423152"/>
            <a:ext cx="3426338" cy="4219333"/>
            <a:chOff x="7326200" y="3196774"/>
            <a:chExt cx="1997283" cy="2459535"/>
          </a:xfrm>
        </p:grpSpPr>
        <p:grpSp>
          <p:nvGrpSpPr>
            <p:cNvPr id="2283" name="Google Shape;2283;p4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284" name="Google Shape;2284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5" name="Google Shape;2285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6" name="Google Shape;2286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9" name="Google Shape;2289;p4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290" name="Google Shape;2290;p4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1" name="Google Shape;2291;p4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2" name="Google Shape;2292;p4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4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4" name="Google Shape;2294;p4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5" name="Google Shape;2295;p4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296" name="Google Shape;2296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7" name="Google Shape;2297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8" name="Google Shape;2298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9" name="Google Shape;2299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01" name="Google Shape;2301;p42"/>
          <p:cNvGrpSpPr/>
          <p:nvPr/>
        </p:nvGrpSpPr>
        <p:grpSpPr>
          <a:xfrm flipH="1">
            <a:off x="-188154" y="4634432"/>
            <a:ext cx="3426338" cy="4219333"/>
            <a:chOff x="7326200" y="3196774"/>
            <a:chExt cx="1997283" cy="2459535"/>
          </a:xfrm>
        </p:grpSpPr>
        <p:grpSp>
          <p:nvGrpSpPr>
            <p:cNvPr id="2302" name="Google Shape;2302;p42"/>
            <p:cNvGrpSpPr/>
            <p:nvPr/>
          </p:nvGrpSpPr>
          <p:grpSpPr>
            <a:xfrm flipH="1">
              <a:off x="8553073" y="3333315"/>
              <a:ext cx="770410" cy="2322995"/>
              <a:chOff x="4749600" y="2924725"/>
              <a:chExt cx="1313125" cy="3959425"/>
            </a:xfrm>
          </p:grpSpPr>
          <p:sp>
            <p:nvSpPr>
              <p:cNvPr id="2303" name="Google Shape;2303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4" name="Google Shape;2304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5" name="Google Shape;2305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8" name="Google Shape;2308;p42"/>
            <p:cNvGrpSpPr/>
            <p:nvPr/>
          </p:nvGrpSpPr>
          <p:grpSpPr>
            <a:xfrm flipH="1">
              <a:off x="7326200" y="3341542"/>
              <a:ext cx="770396" cy="2155374"/>
              <a:chOff x="5789900" y="1448250"/>
              <a:chExt cx="1313100" cy="3673725"/>
            </a:xfrm>
          </p:grpSpPr>
          <p:sp>
            <p:nvSpPr>
              <p:cNvPr id="2309" name="Google Shape;2309;p42"/>
              <p:cNvSpPr/>
              <p:nvPr/>
            </p:nvSpPr>
            <p:spPr>
              <a:xfrm>
                <a:off x="5789900" y="1448250"/>
                <a:ext cx="1313100" cy="2963225"/>
              </a:xfrm>
              <a:custGeom>
                <a:rect b="b" l="l" r="r" t="t"/>
                <a:pathLst>
                  <a:path extrusionOk="0" h="118529" w="52524">
                    <a:moveTo>
                      <a:pt x="26262" y="1"/>
                    </a:moveTo>
                    <a:cubicBezTo>
                      <a:pt x="24856" y="1"/>
                      <a:pt x="23450" y="746"/>
                      <a:pt x="22554" y="2235"/>
                    </a:cubicBezTo>
                    <a:cubicBezTo>
                      <a:pt x="15319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4" y="14150"/>
                      <a:pt x="29970" y="2235"/>
                    </a:cubicBezTo>
                    <a:cubicBezTo>
                      <a:pt x="29074" y="746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42"/>
              <p:cNvSpPr/>
              <p:nvPr/>
            </p:nvSpPr>
            <p:spPr>
              <a:xfrm>
                <a:off x="6432750" y="1906100"/>
                <a:ext cx="28150" cy="3215875"/>
              </a:xfrm>
              <a:custGeom>
                <a:rect b="b" l="l" r="r" t="t"/>
                <a:pathLst>
                  <a:path extrusionOk="0" h="128635" w="1126">
                    <a:moveTo>
                      <a:pt x="1" y="0"/>
                    </a:moveTo>
                    <a:lnTo>
                      <a:pt x="1" y="128634"/>
                    </a:lnTo>
                    <a:lnTo>
                      <a:pt x="1125" y="128634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42"/>
              <p:cNvSpPr/>
              <p:nvPr/>
            </p:nvSpPr>
            <p:spPr>
              <a:xfrm>
                <a:off x="6433525" y="2401550"/>
                <a:ext cx="158825" cy="290300"/>
              </a:xfrm>
              <a:custGeom>
                <a:rect b="b" l="l" r="r" t="t"/>
                <a:pathLst>
                  <a:path extrusionOk="0" h="11612" w="6353">
                    <a:moveTo>
                      <a:pt x="5350" y="0"/>
                    </a:moveTo>
                    <a:lnTo>
                      <a:pt x="0" y="11125"/>
                    </a:lnTo>
                    <a:lnTo>
                      <a:pt x="1034" y="11611"/>
                    </a:lnTo>
                    <a:lnTo>
                      <a:pt x="6353" y="486"/>
                    </a:lnTo>
                    <a:lnTo>
                      <a:pt x="53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42"/>
              <p:cNvSpPr/>
              <p:nvPr/>
            </p:nvSpPr>
            <p:spPr>
              <a:xfrm>
                <a:off x="6276975" y="2679650"/>
                <a:ext cx="182400" cy="326800"/>
              </a:xfrm>
              <a:custGeom>
                <a:rect b="b" l="l" r="r" t="t"/>
                <a:pathLst>
                  <a:path extrusionOk="0" h="13072" w="7296">
                    <a:moveTo>
                      <a:pt x="1034" y="1"/>
                    </a:moveTo>
                    <a:lnTo>
                      <a:pt x="1" y="487"/>
                    </a:lnTo>
                    <a:lnTo>
                      <a:pt x="6262" y="13071"/>
                    </a:lnTo>
                    <a:lnTo>
                      <a:pt x="7296" y="12585"/>
                    </a:lnTo>
                    <a:lnTo>
                      <a:pt x="10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42"/>
              <p:cNvSpPr/>
              <p:nvPr/>
            </p:nvSpPr>
            <p:spPr>
              <a:xfrm>
                <a:off x="6435800" y="3276925"/>
                <a:ext cx="424800" cy="521325"/>
              </a:xfrm>
              <a:custGeom>
                <a:rect b="b" l="l" r="r" t="t"/>
                <a:pathLst>
                  <a:path extrusionOk="0" h="20853" w="16992">
                    <a:moveTo>
                      <a:pt x="16110" y="1"/>
                    </a:moveTo>
                    <a:lnTo>
                      <a:pt x="0" y="20153"/>
                    </a:lnTo>
                    <a:lnTo>
                      <a:pt x="882" y="20852"/>
                    </a:lnTo>
                    <a:lnTo>
                      <a:pt x="16992" y="730"/>
                    </a:lnTo>
                    <a:lnTo>
                      <a:pt x="1611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4" name="Google Shape;2314;p42"/>
            <p:cNvGrpSpPr/>
            <p:nvPr/>
          </p:nvGrpSpPr>
          <p:grpSpPr>
            <a:xfrm flipH="1">
              <a:off x="8035562" y="3196774"/>
              <a:ext cx="770279" cy="2322599"/>
              <a:chOff x="4749600" y="2924725"/>
              <a:chExt cx="1313125" cy="3959425"/>
            </a:xfrm>
          </p:grpSpPr>
          <p:sp>
            <p:nvSpPr>
              <p:cNvPr id="2315" name="Google Shape;2315;p42"/>
              <p:cNvSpPr/>
              <p:nvPr/>
            </p:nvSpPr>
            <p:spPr>
              <a:xfrm>
                <a:off x="4749600" y="2924725"/>
                <a:ext cx="1313125" cy="2963225"/>
              </a:xfrm>
              <a:custGeom>
                <a:rect b="b" l="l" r="r" t="t"/>
                <a:pathLst>
                  <a:path extrusionOk="0" h="118529" w="52525">
                    <a:moveTo>
                      <a:pt x="26262" y="1"/>
                    </a:moveTo>
                    <a:cubicBezTo>
                      <a:pt x="24856" y="1"/>
                      <a:pt x="23451" y="745"/>
                      <a:pt x="22554" y="2235"/>
                    </a:cubicBezTo>
                    <a:cubicBezTo>
                      <a:pt x="15320" y="14150"/>
                      <a:pt x="0" y="43877"/>
                      <a:pt x="0" y="81689"/>
                    </a:cubicBezTo>
                    <a:cubicBezTo>
                      <a:pt x="0" y="100990"/>
                      <a:pt x="10426" y="118528"/>
                      <a:pt x="26262" y="118528"/>
                    </a:cubicBezTo>
                    <a:cubicBezTo>
                      <a:pt x="42098" y="118528"/>
                      <a:pt x="52524" y="100990"/>
                      <a:pt x="52524" y="81689"/>
                    </a:cubicBezTo>
                    <a:cubicBezTo>
                      <a:pt x="52524" y="43877"/>
                      <a:pt x="37205" y="14150"/>
                      <a:pt x="29970" y="2235"/>
                    </a:cubicBezTo>
                    <a:cubicBezTo>
                      <a:pt x="29074" y="745"/>
                      <a:pt x="27668" y="1"/>
                      <a:pt x="262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42"/>
              <p:cNvSpPr/>
              <p:nvPr/>
            </p:nvSpPr>
            <p:spPr>
              <a:xfrm>
                <a:off x="5392475" y="3382550"/>
                <a:ext cx="28125" cy="3501600"/>
              </a:xfrm>
              <a:custGeom>
                <a:rect b="b" l="l" r="r" t="t"/>
                <a:pathLst>
                  <a:path extrusionOk="0" h="140064" w="1125">
                    <a:moveTo>
                      <a:pt x="0" y="1"/>
                    </a:moveTo>
                    <a:lnTo>
                      <a:pt x="0" y="140064"/>
                    </a:lnTo>
                    <a:lnTo>
                      <a:pt x="1125" y="140064"/>
                    </a:lnTo>
                    <a:lnTo>
                      <a:pt x="11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42"/>
              <p:cNvSpPr/>
              <p:nvPr/>
            </p:nvSpPr>
            <p:spPr>
              <a:xfrm>
                <a:off x="5393225" y="3878000"/>
                <a:ext cx="158850" cy="290300"/>
              </a:xfrm>
              <a:custGeom>
                <a:rect b="b" l="l" r="r" t="t"/>
                <a:pathLst>
                  <a:path extrusionOk="0" h="11612" w="6354">
                    <a:moveTo>
                      <a:pt x="5350" y="1"/>
                    </a:moveTo>
                    <a:lnTo>
                      <a:pt x="0" y="11126"/>
                    </a:lnTo>
                    <a:lnTo>
                      <a:pt x="1034" y="11612"/>
                    </a:lnTo>
                    <a:lnTo>
                      <a:pt x="6353" y="487"/>
                    </a:lnTo>
                    <a:lnTo>
                      <a:pt x="53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42"/>
              <p:cNvSpPr/>
              <p:nvPr/>
            </p:nvSpPr>
            <p:spPr>
              <a:xfrm>
                <a:off x="5237450" y="4155375"/>
                <a:ext cx="181625" cy="327525"/>
              </a:xfrm>
              <a:custGeom>
                <a:rect b="b" l="l" r="r" t="t"/>
                <a:pathLst>
                  <a:path extrusionOk="0" h="13101" w="7265">
                    <a:moveTo>
                      <a:pt x="1003" y="0"/>
                    </a:moveTo>
                    <a:lnTo>
                      <a:pt x="0" y="517"/>
                    </a:lnTo>
                    <a:lnTo>
                      <a:pt x="6262" y="13101"/>
                    </a:lnTo>
                    <a:lnTo>
                      <a:pt x="7265" y="12584"/>
                    </a:lnTo>
                    <a:lnTo>
                      <a:pt x="10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42"/>
              <p:cNvSpPr/>
              <p:nvPr/>
            </p:nvSpPr>
            <p:spPr>
              <a:xfrm>
                <a:off x="5395500" y="4753400"/>
                <a:ext cx="424800" cy="521300"/>
              </a:xfrm>
              <a:custGeom>
                <a:rect b="b" l="l" r="r" t="t"/>
                <a:pathLst>
                  <a:path extrusionOk="0" h="20852" w="16992">
                    <a:moveTo>
                      <a:pt x="16110" y="0"/>
                    </a:moveTo>
                    <a:lnTo>
                      <a:pt x="1" y="20153"/>
                    </a:lnTo>
                    <a:lnTo>
                      <a:pt x="882" y="20852"/>
                    </a:lnTo>
                    <a:lnTo>
                      <a:pt x="16992" y="700"/>
                    </a:lnTo>
                    <a:lnTo>
                      <a:pt x="161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20" name="Google Shape;2320;p42"/>
          <p:cNvGrpSpPr/>
          <p:nvPr/>
        </p:nvGrpSpPr>
        <p:grpSpPr>
          <a:xfrm rot="-900260">
            <a:off x="1350880" y="842703"/>
            <a:ext cx="985338" cy="836275"/>
            <a:chOff x="6064225" y="1470325"/>
            <a:chExt cx="1112500" cy="944200"/>
          </a:xfrm>
        </p:grpSpPr>
        <p:sp>
          <p:nvSpPr>
            <p:cNvPr id="2321" name="Google Shape;2321;p42"/>
            <p:cNvSpPr/>
            <p:nvPr/>
          </p:nvSpPr>
          <p:spPr>
            <a:xfrm>
              <a:off x="6064225" y="1470325"/>
              <a:ext cx="1112500" cy="792825"/>
            </a:xfrm>
            <a:custGeom>
              <a:rect b="b" l="l" r="r" t="t"/>
              <a:pathLst>
                <a:path extrusionOk="0" h="31713" w="44500">
                  <a:moveTo>
                    <a:pt x="21688" y="0"/>
                  </a:moveTo>
                  <a:cubicBezTo>
                    <a:pt x="15996" y="0"/>
                    <a:pt x="10670" y="508"/>
                    <a:pt x="7843" y="989"/>
                  </a:cubicBezTo>
                  <a:cubicBezTo>
                    <a:pt x="0" y="2326"/>
                    <a:pt x="2007" y="13816"/>
                    <a:pt x="1703" y="22083"/>
                  </a:cubicBezTo>
                  <a:cubicBezTo>
                    <a:pt x="1439" y="29759"/>
                    <a:pt x="13712" y="31713"/>
                    <a:pt x="24198" y="31713"/>
                  </a:cubicBezTo>
                  <a:cubicBezTo>
                    <a:pt x="29450" y="31713"/>
                    <a:pt x="34253" y="31223"/>
                    <a:pt x="36810" y="30715"/>
                  </a:cubicBezTo>
                  <a:cubicBezTo>
                    <a:pt x="44500" y="29165"/>
                    <a:pt x="44105" y="17676"/>
                    <a:pt x="43527" y="7888"/>
                  </a:cubicBezTo>
                  <a:cubicBezTo>
                    <a:pt x="43157" y="1617"/>
                    <a:pt x="31841" y="0"/>
                    <a:pt x="21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42"/>
            <p:cNvSpPr/>
            <p:nvPr/>
          </p:nvSpPr>
          <p:spPr>
            <a:xfrm>
              <a:off x="6321200" y="2185000"/>
              <a:ext cx="177075" cy="229525"/>
            </a:xfrm>
            <a:custGeom>
              <a:rect b="b" l="l" r="r" t="t"/>
              <a:pathLst>
                <a:path extrusionOk="0" h="9181" w="7083">
                  <a:moveTo>
                    <a:pt x="2098" y="1"/>
                  </a:moveTo>
                  <a:cubicBezTo>
                    <a:pt x="2098" y="1"/>
                    <a:pt x="0" y="9180"/>
                    <a:pt x="2098" y="9180"/>
                  </a:cubicBezTo>
                  <a:cubicBezTo>
                    <a:pt x="4225" y="9180"/>
                    <a:pt x="7082" y="943"/>
                    <a:pt x="7082" y="943"/>
                  </a:cubicBezTo>
                  <a:lnTo>
                    <a:pt x="20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3" name="Google Shape;2323;p42"/>
          <p:cNvGrpSpPr/>
          <p:nvPr/>
        </p:nvGrpSpPr>
        <p:grpSpPr>
          <a:xfrm flipH="1">
            <a:off x="12514125" y="1394170"/>
            <a:ext cx="2447320" cy="779266"/>
            <a:chOff x="2293625" y="793625"/>
            <a:chExt cx="1052475" cy="335125"/>
          </a:xfrm>
        </p:grpSpPr>
        <p:sp>
          <p:nvSpPr>
            <p:cNvPr id="2324" name="Google Shape;2324;p42"/>
            <p:cNvSpPr/>
            <p:nvPr/>
          </p:nvSpPr>
          <p:spPr>
            <a:xfrm>
              <a:off x="2293625" y="793625"/>
              <a:ext cx="1052475" cy="272050"/>
            </a:xfrm>
            <a:custGeom>
              <a:rect b="b" l="l" r="r" t="t"/>
              <a:pathLst>
                <a:path extrusionOk="0" h="10882" w="42099">
                  <a:moveTo>
                    <a:pt x="699" y="9514"/>
                  </a:moveTo>
                  <a:lnTo>
                    <a:pt x="2797" y="9514"/>
                  </a:lnTo>
                  <a:cubicBezTo>
                    <a:pt x="2766" y="9392"/>
                    <a:pt x="2736" y="9210"/>
                    <a:pt x="2736" y="9028"/>
                  </a:cubicBezTo>
                  <a:cubicBezTo>
                    <a:pt x="2736" y="7508"/>
                    <a:pt x="3982" y="6262"/>
                    <a:pt x="5532" y="6262"/>
                  </a:cubicBezTo>
                  <a:cubicBezTo>
                    <a:pt x="6140" y="6262"/>
                    <a:pt x="6718" y="6444"/>
                    <a:pt x="7174" y="6809"/>
                  </a:cubicBezTo>
                  <a:cubicBezTo>
                    <a:pt x="7174" y="6778"/>
                    <a:pt x="7174" y="6748"/>
                    <a:pt x="7174" y="6718"/>
                  </a:cubicBezTo>
                  <a:cubicBezTo>
                    <a:pt x="7174" y="5198"/>
                    <a:pt x="8420" y="3952"/>
                    <a:pt x="9970" y="3952"/>
                  </a:cubicBezTo>
                  <a:cubicBezTo>
                    <a:pt x="10852" y="3952"/>
                    <a:pt x="11642" y="4347"/>
                    <a:pt x="12128" y="4985"/>
                  </a:cubicBezTo>
                  <a:cubicBezTo>
                    <a:pt x="12523" y="4772"/>
                    <a:pt x="12949" y="4681"/>
                    <a:pt x="13405" y="4681"/>
                  </a:cubicBezTo>
                  <a:cubicBezTo>
                    <a:pt x="13557" y="4681"/>
                    <a:pt x="13709" y="4681"/>
                    <a:pt x="13861" y="4711"/>
                  </a:cubicBezTo>
                  <a:cubicBezTo>
                    <a:pt x="13861" y="4711"/>
                    <a:pt x="13861" y="4681"/>
                    <a:pt x="13861" y="4681"/>
                  </a:cubicBezTo>
                  <a:cubicBezTo>
                    <a:pt x="13861" y="3131"/>
                    <a:pt x="15107" y="1885"/>
                    <a:pt x="16657" y="1885"/>
                  </a:cubicBezTo>
                  <a:cubicBezTo>
                    <a:pt x="17204" y="1885"/>
                    <a:pt x="17751" y="2067"/>
                    <a:pt x="18177" y="2371"/>
                  </a:cubicBezTo>
                  <a:cubicBezTo>
                    <a:pt x="18785" y="973"/>
                    <a:pt x="20183" y="0"/>
                    <a:pt x="21794" y="0"/>
                  </a:cubicBezTo>
                  <a:cubicBezTo>
                    <a:pt x="23679" y="0"/>
                    <a:pt x="25259" y="1338"/>
                    <a:pt x="25654" y="3131"/>
                  </a:cubicBezTo>
                  <a:cubicBezTo>
                    <a:pt x="26019" y="2948"/>
                    <a:pt x="26445" y="2827"/>
                    <a:pt x="26870" y="2827"/>
                  </a:cubicBezTo>
                  <a:cubicBezTo>
                    <a:pt x="28177" y="2827"/>
                    <a:pt x="29302" y="3739"/>
                    <a:pt x="29575" y="4955"/>
                  </a:cubicBezTo>
                  <a:cubicBezTo>
                    <a:pt x="29940" y="4772"/>
                    <a:pt x="30366" y="4681"/>
                    <a:pt x="30822" y="4681"/>
                  </a:cubicBezTo>
                  <a:cubicBezTo>
                    <a:pt x="32129" y="4681"/>
                    <a:pt x="33223" y="5593"/>
                    <a:pt x="33527" y="6809"/>
                  </a:cubicBezTo>
                  <a:cubicBezTo>
                    <a:pt x="33922" y="6201"/>
                    <a:pt x="34621" y="5775"/>
                    <a:pt x="35411" y="5775"/>
                  </a:cubicBezTo>
                  <a:cubicBezTo>
                    <a:pt x="36658" y="5775"/>
                    <a:pt x="37661" y="6778"/>
                    <a:pt x="37661" y="7994"/>
                  </a:cubicBezTo>
                  <a:cubicBezTo>
                    <a:pt x="37661" y="8572"/>
                    <a:pt x="37448" y="9119"/>
                    <a:pt x="37083" y="9514"/>
                  </a:cubicBezTo>
                  <a:lnTo>
                    <a:pt x="39515" y="9514"/>
                  </a:lnTo>
                  <a:cubicBezTo>
                    <a:pt x="39880" y="9514"/>
                    <a:pt x="40184" y="9818"/>
                    <a:pt x="40184" y="10183"/>
                  </a:cubicBezTo>
                  <a:lnTo>
                    <a:pt x="40184" y="10183"/>
                  </a:lnTo>
                  <a:cubicBezTo>
                    <a:pt x="40184" y="10578"/>
                    <a:pt x="39880" y="10882"/>
                    <a:pt x="39515" y="10882"/>
                  </a:cubicBezTo>
                  <a:lnTo>
                    <a:pt x="699" y="10882"/>
                  </a:lnTo>
                  <a:cubicBezTo>
                    <a:pt x="335" y="10882"/>
                    <a:pt x="0" y="10578"/>
                    <a:pt x="0" y="10183"/>
                  </a:cubicBezTo>
                  <a:lnTo>
                    <a:pt x="0" y="10183"/>
                  </a:lnTo>
                  <a:cubicBezTo>
                    <a:pt x="0" y="9818"/>
                    <a:pt x="335" y="9514"/>
                    <a:pt x="699" y="9514"/>
                  </a:cubicBezTo>
                  <a:close/>
                  <a:moveTo>
                    <a:pt x="41399" y="9514"/>
                  </a:moveTo>
                  <a:lnTo>
                    <a:pt x="41430" y="9514"/>
                  </a:lnTo>
                  <a:cubicBezTo>
                    <a:pt x="41794" y="9514"/>
                    <a:pt x="42098" y="9818"/>
                    <a:pt x="42098" y="10183"/>
                  </a:cubicBezTo>
                  <a:lnTo>
                    <a:pt x="42098" y="10183"/>
                  </a:lnTo>
                  <a:cubicBezTo>
                    <a:pt x="42098" y="10578"/>
                    <a:pt x="41794" y="10882"/>
                    <a:pt x="41430" y="10882"/>
                  </a:cubicBezTo>
                  <a:lnTo>
                    <a:pt x="41399" y="10882"/>
                  </a:lnTo>
                  <a:cubicBezTo>
                    <a:pt x="41035" y="10882"/>
                    <a:pt x="40731" y="10578"/>
                    <a:pt x="40731" y="10183"/>
                  </a:cubicBezTo>
                  <a:lnTo>
                    <a:pt x="40731" y="10183"/>
                  </a:lnTo>
                  <a:cubicBezTo>
                    <a:pt x="40731" y="9818"/>
                    <a:pt x="41035" y="9514"/>
                    <a:pt x="41399" y="95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2"/>
            <p:cNvSpPr/>
            <p:nvPr/>
          </p:nvSpPr>
          <p:spPr>
            <a:xfrm>
              <a:off x="2414450" y="898475"/>
              <a:ext cx="657325" cy="230275"/>
            </a:xfrm>
            <a:custGeom>
              <a:rect b="b" l="l" r="r" t="t"/>
              <a:pathLst>
                <a:path extrusionOk="0" h="9211" w="26293">
                  <a:moveTo>
                    <a:pt x="1338" y="7539"/>
                  </a:moveTo>
                  <a:lnTo>
                    <a:pt x="2128" y="7539"/>
                  </a:lnTo>
                  <a:cubicBezTo>
                    <a:pt x="2371" y="7539"/>
                    <a:pt x="2554" y="7356"/>
                    <a:pt x="2554" y="7113"/>
                  </a:cubicBezTo>
                  <a:cubicBezTo>
                    <a:pt x="2554" y="6870"/>
                    <a:pt x="2402" y="6688"/>
                    <a:pt x="2128" y="6688"/>
                  </a:cubicBezTo>
                  <a:lnTo>
                    <a:pt x="0" y="6688"/>
                  </a:lnTo>
                  <a:cubicBezTo>
                    <a:pt x="31" y="5168"/>
                    <a:pt x="1277" y="3952"/>
                    <a:pt x="2766" y="3952"/>
                  </a:cubicBezTo>
                  <a:cubicBezTo>
                    <a:pt x="3648" y="3952"/>
                    <a:pt x="4438" y="4347"/>
                    <a:pt x="4955" y="4986"/>
                  </a:cubicBezTo>
                  <a:cubicBezTo>
                    <a:pt x="5320" y="4803"/>
                    <a:pt x="5775" y="4682"/>
                    <a:pt x="6231" y="4682"/>
                  </a:cubicBezTo>
                  <a:cubicBezTo>
                    <a:pt x="6383" y="4682"/>
                    <a:pt x="6535" y="4712"/>
                    <a:pt x="6657" y="4742"/>
                  </a:cubicBezTo>
                  <a:cubicBezTo>
                    <a:pt x="6657" y="4712"/>
                    <a:pt x="6657" y="4712"/>
                    <a:pt x="6657" y="4682"/>
                  </a:cubicBezTo>
                  <a:cubicBezTo>
                    <a:pt x="6657" y="3162"/>
                    <a:pt x="7903" y="1916"/>
                    <a:pt x="9453" y="1916"/>
                  </a:cubicBezTo>
                  <a:cubicBezTo>
                    <a:pt x="10031" y="1916"/>
                    <a:pt x="10548" y="2068"/>
                    <a:pt x="11004" y="2372"/>
                  </a:cubicBezTo>
                  <a:cubicBezTo>
                    <a:pt x="11611" y="973"/>
                    <a:pt x="12979" y="1"/>
                    <a:pt x="14621" y="1"/>
                  </a:cubicBezTo>
                  <a:cubicBezTo>
                    <a:pt x="16505" y="1"/>
                    <a:pt x="18086" y="1338"/>
                    <a:pt x="18450" y="3131"/>
                  </a:cubicBezTo>
                  <a:cubicBezTo>
                    <a:pt x="18846" y="2949"/>
                    <a:pt x="19241" y="2858"/>
                    <a:pt x="19697" y="2858"/>
                  </a:cubicBezTo>
                  <a:cubicBezTo>
                    <a:pt x="21004" y="2858"/>
                    <a:pt x="22098" y="3739"/>
                    <a:pt x="22402" y="4986"/>
                  </a:cubicBezTo>
                  <a:cubicBezTo>
                    <a:pt x="22767" y="4803"/>
                    <a:pt x="23192" y="4682"/>
                    <a:pt x="23618" y="4682"/>
                  </a:cubicBezTo>
                  <a:cubicBezTo>
                    <a:pt x="24894" y="4682"/>
                    <a:pt x="25958" y="5533"/>
                    <a:pt x="26293" y="6688"/>
                  </a:cubicBezTo>
                  <a:lnTo>
                    <a:pt x="14925" y="6688"/>
                  </a:lnTo>
                  <a:cubicBezTo>
                    <a:pt x="14681" y="6688"/>
                    <a:pt x="14499" y="6870"/>
                    <a:pt x="14499" y="7113"/>
                  </a:cubicBezTo>
                  <a:cubicBezTo>
                    <a:pt x="14499" y="7356"/>
                    <a:pt x="14681" y="7539"/>
                    <a:pt x="14925" y="7539"/>
                  </a:cubicBezTo>
                  <a:lnTo>
                    <a:pt x="18420" y="7539"/>
                  </a:lnTo>
                  <a:cubicBezTo>
                    <a:pt x="18876" y="7539"/>
                    <a:pt x="19271" y="7934"/>
                    <a:pt x="19271" y="8390"/>
                  </a:cubicBezTo>
                  <a:lnTo>
                    <a:pt x="19271" y="8390"/>
                  </a:lnTo>
                  <a:cubicBezTo>
                    <a:pt x="19271" y="8846"/>
                    <a:pt x="18876" y="9211"/>
                    <a:pt x="18420" y="9211"/>
                  </a:cubicBezTo>
                  <a:lnTo>
                    <a:pt x="1338" y="9211"/>
                  </a:lnTo>
                  <a:cubicBezTo>
                    <a:pt x="882" y="9211"/>
                    <a:pt x="517" y="8846"/>
                    <a:pt x="517" y="8390"/>
                  </a:cubicBezTo>
                  <a:lnTo>
                    <a:pt x="517" y="8390"/>
                  </a:lnTo>
                  <a:cubicBezTo>
                    <a:pt x="517" y="7934"/>
                    <a:pt x="882" y="7539"/>
                    <a:pt x="1338" y="7539"/>
                  </a:cubicBezTo>
                  <a:close/>
                  <a:moveTo>
                    <a:pt x="20852" y="7539"/>
                  </a:moveTo>
                  <a:cubicBezTo>
                    <a:pt x="20396" y="7539"/>
                    <a:pt x="20031" y="7934"/>
                    <a:pt x="20031" y="8390"/>
                  </a:cubicBezTo>
                  <a:lnTo>
                    <a:pt x="20031" y="8390"/>
                  </a:lnTo>
                  <a:cubicBezTo>
                    <a:pt x="20031" y="8846"/>
                    <a:pt x="20396" y="9211"/>
                    <a:pt x="20852" y="9211"/>
                  </a:cubicBezTo>
                  <a:lnTo>
                    <a:pt x="20882" y="9211"/>
                  </a:lnTo>
                  <a:cubicBezTo>
                    <a:pt x="21338" y="9211"/>
                    <a:pt x="21703" y="8846"/>
                    <a:pt x="21703" y="8390"/>
                  </a:cubicBezTo>
                  <a:lnTo>
                    <a:pt x="21703" y="8390"/>
                  </a:lnTo>
                  <a:cubicBezTo>
                    <a:pt x="21703" y="7934"/>
                    <a:pt x="21338" y="7539"/>
                    <a:pt x="20882" y="75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6" name="Google Shape;2326;p42"/>
          <p:cNvGrpSpPr/>
          <p:nvPr/>
        </p:nvGrpSpPr>
        <p:grpSpPr>
          <a:xfrm>
            <a:off x="12247385" y="302318"/>
            <a:ext cx="597481" cy="561028"/>
            <a:chOff x="3708550" y="3474950"/>
            <a:chExt cx="256100" cy="240475"/>
          </a:xfrm>
        </p:grpSpPr>
        <p:sp>
          <p:nvSpPr>
            <p:cNvPr id="2327" name="Google Shape;2327;p42"/>
            <p:cNvSpPr/>
            <p:nvPr/>
          </p:nvSpPr>
          <p:spPr>
            <a:xfrm>
              <a:off x="3816450" y="3474950"/>
              <a:ext cx="148200" cy="125725"/>
            </a:xfrm>
            <a:custGeom>
              <a:rect b="b" l="l" r="r" t="t"/>
              <a:pathLst>
                <a:path extrusionOk="0" h="5029" w="5928">
                  <a:moveTo>
                    <a:pt x="426" y="1"/>
                  </a:moveTo>
                  <a:cubicBezTo>
                    <a:pt x="349" y="1"/>
                    <a:pt x="274" y="25"/>
                    <a:pt x="213" y="74"/>
                  </a:cubicBezTo>
                  <a:cubicBezTo>
                    <a:pt x="31" y="226"/>
                    <a:pt x="0" y="439"/>
                    <a:pt x="122" y="621"/>
                  </a:cubicBezTo>
                  <a:lnTo>
                    <a:pt x="3344" y="4876"/>
                  </a:lnTo>
                  <a:cubicBezTo>
                    <a:pt x="3435" y="4968"/>
                    <a:pt x="3557" y="5028"/>
                    <a:pt x="3648" y="5028"/>
                  </a:cubicBezTo>
                  <a:lnTo>
                    <a:pt x="3678" y="5028"/>
                  </a:lnTo>
                  <a:cubicBezTo>
                    <a:pt x="3830" y="5028"/>
                    <a:pt x="3921" y="4937"/>
                    <a:pt x="3982" y="4846"/>
                  </a:cubicBezTo>
                  <a:lnTo>
                    <a:pt x="5806" y="1502"/>
                  </a:lnTo>
                  <a:cubicBezTo>
                    <a:pt x="5928" y="1320"/>
                    <a:pt x="5836" y="1107"/>
                    <a:pt x="5654" y="1016"/>
                  </a:cubicBezTo>
                  <a:cubicBezTo>
                    <a:pt x="5597" y="978"/>
                    <a:pt x="5534" y="961"/>
                    <a:pt x="5471" y="961"/>
                  </a:cubicBezTo>
                  <a:cubicBezTo>
                    <a:pt x="5334" y="961"/>
                    <a:pt x="5200" y="1043"/>
                    <a:pt x="5137" y="1168"/>
                  </a:cubicBezTo>
                  <a:lnTo>
                    <a:pt x="3617" y="3965"/>
                  </a:lnTo>
                  <a:lnTo>
                    <a:pt x="730" y="165"/>
                  </a:lnTo>
                  <a:cubicBezTo>
                    <a:pt x="657" y="56"/>
                    <a:pt x="540" y="1"/>
                    <a:pt x="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2"/>
            <p:cNvSpPr/>
            <p:nvPr/>
          </p:nvSpPr>
          <p:spPr>
            <a:xfrm>
              <a:off x="3708550" y="3609925"/>
              <a:ext cx="114750" cy="105500"/>
            </a:xfrm>
            <a:custGeom>
              <a:rect b="b" l="l" r="r" t="t"/>
              <a:pathLst>
                <a:path extrusionOk="0" h="4220" w="4590">
                  <a:moveTo>
                    <a:pt x="4336" y="1"/>
                  </a:moveTo>
                  <a:cubicBezTo>
                    <a:pt x="4241" y="1"/>
                    <a:pt x="4148" y="57"/>
                    <a:pt x="4104" y="146"/>
                  </a:cubicBezTo>
                  <a:lnTo>
                    <a:pt x="2310" y="3520"/>
                  </a:lnTo>
                  <a:lnTo>
                    <a:pt x="487" y="1088"/>
                  </a:lnTo>
                  <a:cubicBezTo>
                    <a:pt x="434" y="1035"/>
                    <a:pt x="360" y="1003"/>
                    <a:pt x="290" y="1003"/>
                  </a:cubicBezTo>
                  <a:cubicBezTo>
                    <a:pt x="239" y="1003"/>
                    <a:pt x="190" y="1020"/>
                    <a:pt x="152" y="1058"/>
                  </a:cubicBezTo>
                  <a:cubicBezTo>
                    <a:pt x="31" y="1119"/>
                    <a:pt x="0" y="1271"/>
                    <a:pt x="91" y="1392"/>
                  </a:cubicBezTo>
                  <a:lnTo>
                    <a:pt x="2158" y="4128"/>
                  </a:lnTo>
                  <a:cubicBezTo>
                    <a:pt x="2219" y="4189"/>
                    <a:pt x="2280" y="4219"/>
                    <a:pt x="2341" y="4219"/>
                  </a:cubicBezTo>
                  <a:lnTo>
                    <a:pt x="2371" y="4219"/>
                  </a:lnTo>
                  <a:cubicBezTo>
                    <a:pt x="2462" y="4219"/>
                    <a:pt x="2523" y="4158"/>
                    <a:pt x="2553" y="4098"/>
                  </a:cubicBezTo>
                  <a:lnTo>
                    <a:pt x="4529" y="359"/>
                  </a:lnTo>
                  <a:cubicBezTo>
                    <a:pt x="4590" y="237"/>
                    <a:pt x="4560" y="85"/>
                    <a:pt x="4438" y="25"/>
                  </a:cubicBezTo>
                  <a:cubicBezTo>
                    <a:pt x="4405" y="8"/>
                    <a:pt x="4371" y="1"/>
                    <a:pt x="4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5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5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5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5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5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3" name="Google Shape;2373;p5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5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5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5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5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6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6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6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6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6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6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6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6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6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6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6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6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6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6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p6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6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p6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6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7 master">
  <p:cSld name="Slide 27 master"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p6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6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8 master">
  <p:cSld name="Slide 28 master"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p7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7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9 master">
  <p:cSld name="Slide 29 master"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7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7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0 master">
  <p:cSld name="Slide 30 master"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7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7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1 master">
  <p:cSld name="Slide 31 master"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7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7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2 master">
  <p:cSld name="Slide 32 master"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p7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7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74" Type="http://schemas.openxmlformats.org/officeDocument/2006/relationships/theme" Target="../theme/theme1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141160" y="863200"/>
            <a:ext cx="12348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ebo Black"/>
              <a:buNone/>
              <a:defRPr sz="4500">
                <a:solidFill>
                  <a:schemeClr val="dk1"/>
                </a:solidFill>
                <a:latin typeface="Heebo Black"/>
                <a:ea typeface="Heebo Black"/>
                <a:cs typeface="Heebo Black"/>
                <a:sym typeface="Heebo Black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141160" y="1995120"/>
            <a:ext cx="123480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12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tamaran Medium"/>
              <a:buChar char="●"/>
              <a:defRPr sz="29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1pPr>
            <a:lvl2pPr indent="-3683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 Medium"/>
              <a:buChar char="○"/>
              <a:defRPr sz="2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2pPr>
            <a:lvl3pPr indent="-3683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 Medium"/>
              <a:buChar char="■"/>
              <a:defRPr sz="2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3pPr>
            <a:lvl4pPr indent="-3683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 Medium"/>
              <a:buChar char="●"/>
              <a:defRPr sz="2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4pPr>
            <a:lvl5pPr indent="-3683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 Medium"/>
              <a:buChar char="○"/>
              <a:defRPr sz="2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5pPr>
            <a:lvl6pPr indent="-3683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 Medium"/>
              <a:buChar char="■"/>
              <a:defRPr sz="2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6pPr>
            <a:lvl7pPr indent="-3683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 Medium"/>
              <a:buChar char="●"/>
              <a:defRPr sz="2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7pPr>
            <a:lvl8pPr indent="-3683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 Medium"/>
              <a:buChar char="○"/>
              <a:defRPr sz="2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8pPr>
            <a:lvl9pPr indent="-3683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tamaran Medium"/>
              <a:buChar char="■"/>
              <a:defRPr sz="2200">
                <a:solidFill>
                  <a:schemeClr val="dk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544">
          <p15:clr>
            <a:srgbClr val="EA4335"/>
          </p15:clr>
        </p15:guide>
        <p15:guide id="2" pos="719">
          <p15:clr>
            <a:srgbClr val="EA4335"/>
          </p15:clr>
        </p15:guide>
        <p15:guide id="3" pos="8497">
          <p15:clr>
            <a:srgbClr val="EA4335"/>
          </p15:clr>
        </p15:guide>
        <p15:guide id="4" orient="horz" pos="4636">
          <p15:clr>
            <a:srgbClr val="EA4335"/>
          </p15:clr>
        </p15:guide>
        <p15:guide id="5" pos="4608">
          <p15:clr>
            <a:srgbClr val="EA4335"/>
          </p15:clr>
        </p15:guide>
        <p15:guide id="6" orient="horz" pos="259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5.png"/><Relationship Id="rId5" Type="http://schemas.openxmlformats.org/officeDocument/2006/relationships/image" Target="../media/image51.png"/><Relationship Id="rId6" Type="http://schemas.openxmlformats.org/officeDocument/2006/relationships/image" Target="../media/image66.png"/><Relationship Id="rId7" Type="http://schemas.openxmlformats.org/officeDocument/2006/relationships/image" Target="../media/image44.png"/><Relationship Id="rId8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8.png"/><Relationship Id="rId4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Relationship Id="rId4" Type="http://schemas.openxmlformats.org/officeDocument/2006/relationships/image" Target="../media/image47.png"/><Relationship Id="rId9" Type="http://schemas.openxmlformats.org/officeDocument/2006/relationships/image" Target="../media/image59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61.png"/><Relationship Id="rId8" Type="http://schemas.openxmlformats.org/officeDocument/2006/relationships/image" Target="../media/image55.png"/><Relationship Id="rId10" Type="http://schemas.openxmlformats.org/officeDocument/2006/relationships/image" Target="../media/image6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Relationship Id="rId7" Type="http://schemas.openxmlformats.org/officeDocument/2006/relationships/image" Target="../media/image71.png"/><Relationship Id="rId8" Type="http://schemas.openxmlformats.org/officeDocument/2006/relationships/image" Target="../media/image65.png"/><Relationship Id="rId10" Type="http://schemas.openxmlformats.org/officeDocument/2006/relationships/image" Target="../media/image6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Relationship Id="rId4" Type="http://schemas.openxmlformats.org/officeDocument/2006/relationships/image" Target="../media/image85.png"/><Relationship Id="rId5" Type="http://schemas.openxmlformats.org/officeDocument/2006/relationships/image" Target="../media/image7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2.png"/><Relationship Id="rId4" Type="http://schemas.openxmlformats.org/officeDocument/2006/relationships/image" Target="../media/image78.png"/><Relationship Id="rId5" Type="http://schemas.openxmlformats.org/officeDocument/2006/relationships/image" Target="../media/image77.png"/><Relationship Id="rId6" Type="http://schemas.openxmlformats.org/officeDocument/2006/relationships/image" Target="../media/image8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1.png"/><Relationship Id="rId4" Type="http://schemas.openxmlformats.org/officeDocument/2006/relationships/image" Target="../media/image79.png"/><Relationship Id="rId5" Type="http://schemas.openxmlformats.org/officeDocument/2006/relationships/image" Target="../media/image76.png"/><Relationship Id="rId6" Type="http://schemas.openxmlformats.org/officeDocument/2006/relationships/image" Target="../media/image7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5.png"/><Relationship Id="rId4" Type="http://schemas.openxmlformats.org/officeDocument/2006/relationships/image" Target="../media/image90.png"/><Relationship Id="rId5" Type="http://schemas.openxmlformats.org/officeDocument/2006/relationships/image" Target="../media/image8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8.png"/><Relationship Id="rId4" Type="http://schemas.openxmlformats.org/officeDocument/2006/relationships/image" Target="../media/image91.png"/><Relationship Id="rId5" Type="http://schemas.openxmlformats.org/officeDocument/2006/relationships/image" Target="../media/image87.png"/><Relationship Id="rId6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30" name="Google Shape;243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1" name="Google Shape;2431;p75"/>
          <p:cNvSpPr/>
          <p:nvPr/>
        </p:nvSpPr>
        <p:spPr>
          <a:xfrm>
            <a:off x="793790" y="241946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Tareas Avanzadas de PLN: Traducción Automática</a:t>
            </a:r>
            <a:endParaRPr b="0" i="0" sz="4450" u="none" cap="none" strike="noStrike"/>
          </a:p>
        </p:txBody>
      </p:sp>
      <p:sp>
        <p:nvSpPr>
          <p:cNvPr id="2432" name="Google Shape;2432;p75"/>
          <p:cNvSpPr/>
          <p:nvPr/>
        </p:nvSpPr>
        <p:spPr>
          <a:xfrm>
            <a:off x="793790" y="417718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Clase 06A - Parte 1</a:t>
            </a:r>
            <a:endParaRPr b="0" i="0" sz="1750" u="none" cap="none" strike="noStrike"/>
          </a:p>
        </p:txBody>
      </p:sp>
      <p:sp>
        <p:nvSpPr>
          <p:cNvPr id="2433" name="Google Shape;2433;p75"/>
          <p:cNvSpPr/>
          <p:nvPr/>
        </p:nvSpPr>
        <p:spPr>
          <a:xfrm>
            <a:off x="793790" y="479524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Duración: 3 horas</a:t>
            </a:r>
            <a:endParaRPr b="0" i="0" sz="1750" u="none" cap="none" strike="noStrike"/>
          </a:p>
        </p:txBody>
      </p:sp>
      <p:sp>
        <p:nvSpPr>
          <p:cNvPr id="2434" name="Google Shape;2434;p75"/>
          <p:cNvSpPr/>
          <p:nvPr/>
        </p:nvSpPr>
        <p:spPr>
          <a:xfrm>
            <a:off x="793790" y="5430203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5" name="Google Shape;2435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410" y="5437822"/>
            <a:ext cx="347663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2436" name="Google Shape;2436;p75"/>
          <p:cNvSpPr/>
          <p:nvPr/>
        </p:nvSpPr>
        <p:spPr>
          <a:xfrm>
            <a:off x="1270040" y="5413296"/>
            <a:ext cx="3371612" cy="39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Catamaran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by Erasmo Gómez Montoya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76"/>
          <p:cNvSpPr/>
          <p:nvPr/>
        </p:nvSpPr>
        <p:spPr>
          <a:xfrm>
            <a:off x="711279" y="560308"/>
            <a:ext cx="5080873" cy="6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000"/>
              <a:buFont typeface="Heebo"/>
              <a:buNone/>
            </a:pPr>
            <a:r>
              <a:rPr b="1" i="0" lang="en-US" sz="40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Agenda</a:t>
            </a:r>
            <a:endParaRPr b="0" i="0" sz="4000" u="none" cap="none" strike="noStrike"/>
          </a:p>
        </p:txBody>
      </p:sp>
      <p:sp>
        <p:nvSpPr>
          <p:cNvPr id="2443" name="Google Shape;2443;p76"/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76"/>
          <p:cNvSpPr/>
          <p:nvPr/>
        </p:nvSpPr>
        <p:spPr>
          <a:xfrm>
            <a:off x="6499860" y="1818799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76"/>
          <p:cNvSpPr/>
          <p:nvPr/>
        </p:nvSpPr>
        <p:spPr>
          <a:xfrm>
            <a:off x="7086600" y="1601629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6" name="Google Shape;244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1677829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76"/>
          <p:cNvSpPr/>
          <p:nvPr/>
        </p:nvSpPr>
        <p:spPr>
          <a:xfrm>
            <a:off x="3758684" y="1671399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Introducción</a:t>
            </a:r>
            <a:endParaRPr b="0" i="0" sz="2000" u="none" cap="none" strike="noStrike"/>
          </a:p>
        </p:txBody>
      </p:sp>
      <p:sp>
        <p:nvSpPr>
          <p:cNvPr id="2448" name="Google Shape;2448;p76"/>
          <p:cNvSpPr/>
          <p:nvPr/>
        </p:nvSpPr>
        <p:spPr>
          <a:xfrm>
            <a:off x="7520940" y="3037999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76"/>
          <p:cNvSpPr/>
          <p:nvPr/>
        </p:nvSpPr>
        <p:spPr>
          <a:xfrm>
            <a:off x="7086600" y="2820829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0" name="Google Shape;2450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800" y="2858929"/>
            <a:ext cx="3048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1" name="Google Shape;2451;p76"/>
          <p:cNvSpPr/>
          <p:nvPr/>
        </p:nvSpPr>
        <p:spPr>
          <a:xfrm>
            <a:off x="8331279" y="2890599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Enfoque Clásico MT</a:t>
            </a:r>
            <a:endParaRPr b="0" i="0" sz="2000" u="none" cap="none" strike="noStrike"/>
          </a:p>
        </p:txBody>
      </p:sp>
      <p:sp>
        <p:nvSpPr>
          <p:cNvPr id="2452" name="Google Shape;2452;p76"/>
          <p:cNvSpPr/>
          <p:nvPr/>
        </p:nvSpPr>
        <p:spPr>
          <a:xfrm>
            <a:off x="6499860" y="4088963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76"/>
          <p:cNvSpPr/>
          <p:nvPr/>
        </p:nvSpPr>
        <p:spPr>
          <a:xfrm>
            <a:off x="7086600" y="3871793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4" name="Google Shape;2454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2800" y="3909893"/>
            <a:ext cx="3048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5" name="Google Shape;2455;p76"/>
          <p:cNvSpPr/>
          <p:nvPr/>
        </p:nvSpPr>
        <p:spPr>
          <a:xfrm>
            <a:off x="2454950" y="3941564"/>
            <a:ext cx="384417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NMT: Neural Machine Translation</a:t>
            </a:r>
            <a:endParaRPr b="0" i="0" sz="2000" u="none" cap="none" strike="noStrike"/>
          </a:p>
        </p:txBody>
      </p:sp>
      <p:sp>
        <p:nvSpPr>
          <p:cNvPr id="2456" name="Google Shape;2456;p76"/>
          <p:cNvSpPr/>
          <p:nvPr/>
        </p:nvSpPr>
        <p:spPr>
          <a:xfrm>
            <a:off x="7520940" y="5139928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76"/>
          <p:cNvSpPr/>
          <p:nvPr/>
        </p:nvSpPr>
        <p:spPr>
          <a:xfrm>
            <a:off x="7086600" y="4922758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8" name="Google Shape;2458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2800" y="4960858"/>
            <a:ext cx="3048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9" name="Google Shape;2459;p76"/>
          <p:cNvSpPr/>
          <p:nvPr/>
        </p:nvSpPr>
        <p:spPr>
          <a:xfrm>
            <a:off x="8331279" y="4992529"/>
            <a:ext cx="432554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MT para lenguas de escasos recursos</a:t>
            </a:r>
            <a:endParaRPr b="0" i="0" sz="2000" u="none" cap="none" strike="noStrike"/>
          </a:p>
        </p:txBody>
      </p:sp>
      <p:sp>
        <p:nvSpPr>
          <p:cNvPr id="2460" name="Google Shape;2460;p76"/>
          <p:cNvSpPr/>
          <p:nvPr/>
        </p:nvSpPr>
        <p:spPr>
          <a:xfrm>
            <a:off x="6499860" y="6190893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76"/>
          <p:cNvSpPr/>
          <p:nvPr/>
        </p:nvSpPr>
        <p:spPr>
          <a:xfrm>
            <a:off x="7086600" y="5973723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2" name="Google Shape;2462;p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62800" y="6011823"/>
            <a:ext cx="3048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3" name="Google Shape;2463;p76"/>
          <p:cNvSpPr/>
          <p:nvPr/>
        </p:nvSpPr>
        <p:spPr>
          <a:xfrm>
            <a:off x="3758684" y="6043493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Taller práctico</a:t>
            </a:r>
            <a:endParaRPr b="0" i="0" sz="20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69" name="Google Shape;246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0" name="Google Shape;2470;p77"/>
          <p:cNvSpPr/>
          <p:nvPr/>
        </p:nvSpPr>
        <p:spPr>
          <a:xfrm>
            <a:off x="6280190" y="171497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¿Qué es la traducción automática?</a:t>
            </a:r>
            <a:endParaRPr b="0" i="0" sz="4450" u="none" cap="none" strike="noStrike"/>
          </a:p>
        </p:txBody>
      </p:sp>
      <p:sp>
        <p:nvSpPr>
          <p:cNvPr id="2471" name="Google Shape;2471;p77"/>
          <p:cNvSpPr/>
          <p:nvPr/>
        </p:nvSpPr>
        <p:spPr>
          <a:xfrm>
            <a:off x="6280190" y="3472696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2" name="Google Shape;2472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351520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77"/>
          <p:cNvSpPr/>
          <p:nvPr/>
        </p:nvSpPr>
        <p:spPr>
          <a:xfrm>
            <a:off x="7017306" y="35505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Definición</a:t>
            </a:r>
            <a:endParaRPr b="0" i="0" sz="2200" u="none" cap="none" strike="noStrike"/>
          </a:p>
        </p:txBody>
      </p:sp>
      <p:sp>
        <p:nvSpPr>
          <p:cNvPr id="2474" name="Google Shape;2474;p77"/>
          <p:cNvSpPr/>
          <p:nvPr/>
        </p:nvSpPr>
        <p:spPr>
          <a:xfrm>
            <a:off x="7017306" y="4040981"/>
            <a:ext cx="28994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Proceso automatizado de convertir texto de un idioma a otro</a:t>
            </a:r>
            <a:endParaRPr b="0" i="0" sz="1750" u="none" cap="none" strike="noStrike"/>
          </a:p>
        </p:txBody>
      </p:sp>
      <p:sp>
        <p:nvSpPr>
          <p:cNvPr id="2475" name="Google Shape;2475;p77"/>
          <p:cNvSpPr/>
          <p:nvPr/>
        </p:nvSpPr>
        <p:spPr>
          <a:xfrm>
            <a:off x="10200203" y="3472696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6" name="Google Shape;2476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5274" y="351520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77" name="Google Shape;2477;p77"/>
          <p:cNvSpPr/>
          <p:nvPr/>
        </p:nvSpPr>
        <p:spPr>
          <a:xfrm>
            <a:off x="10937319" y="35505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Objetivo</a:t>
            </a:r>
            <a:endParaRPr b="0" i="0" sz="2200" u="none" cap="none" strike="noStrike"/>
          </a:p>
        </p:txBody>
      </p:sp>
      <p:sp>
        <p:nvSpPr>
          <p:cNvPr id="2478" name="Google Shape;2478;p77"/>
          <p:cNvSpPr/>
          <p:nvPr/>
        </p:nvSpPr>
        <p:spPr>
          <a:xfrm>
            <a:off x="10937319" y="4040981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Preservar significado y fluidez entre idiomas</a:t>
            </a:r>
            <a:endParaRPr b="0" i="0" sz="1750" u="none" cap="none" strike="noStrike"/>
          </a:p>
        </p:txBody>
      </p:sp>
      <p:sp>
        <p:nvSpPr>
          <p:cNvPr id="2479" name="Google Shape;2479;p77"/>
          <p:cNvSpPr/>
          <p:nvPr/>
        </p:nvSpPr>
        <p:spPr>
          <a:xfrm>
            <a:off x="6280190" y="5583317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0" name="Google Shape;2480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5625822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81" name="Google Shape;2481;p77"/>
          <p:cNvSpPr/>
          <p:nvPr/>
        </p:nvSpPr>
        <p:spPr>
          <a:xfrm>
            <a:off x="7017306" y="56611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Automatización</a:t>
            </a:r>
            <a:endParaRPr b="0" i="0" sz="2200" u="none" cap="none" strike="noStrike"/>
          </a:p>
        </p:txBody>
      </p:sp>
      <p:sp>
        <p:nvSpPr>
          <p:cNvPr id="2482" name="Google Shape;2482;p77"/>
          <p:cNvSpPr/>
          <p:nvPr/>
        </p:nvSpPr>
        <p:spPr>
          <a:xfrm>
            <a:off x="7017306" y="6151602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Eliminar o reducir intervención humana en traducciones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78"/>
          <p:cNvSpPr/>
          <p:nvPr/>
        </p:nvSpPr>
        <p:spPr>
          <a:xfrm>
            <a:off x="793790" y="1680091"/>
            <a:ext cx="577119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Aplicaciones comunes</a:t>
            </a:r>
            <a:endParaRPr b="0" i="0" sz="4450" u="none" cap="none" strike="noStrike"/>
          </a:p>
        </p:txBody>
      </p:sp>
      <p:pic>
        <p:nvPicPr>
          <p:cNvPr descr="preencoded.png" id="2489" name="Google Shape;248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42498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90" name="Google Shape;2490;p78"/>
          <p:cNvSpPr/>
          <p:nvPr/>
        </p:nvSpPr>
        <p:spPr>
          <a:xfrm>
            <a:off x="793790" y="56961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Google Translate</a:t>
            </a:r>
            <a:endParaRPr b="0" i="0" sz="2200" u="none" cap="none" strike="noStrike"/>
          </a:p>
        </p:txBody>
      </p:sp>
      <p:sp>
        <p:nvSpPr>
          <p:cNvPr id="2491" name="Google Shape;2491;p78"/>
          <p:cNvSpPr/>
          <p:nvPr/>
        </p:nvSpPr>
        <p:spPr>
          <a:xfrm>
            <a:off x="793790" y="6186607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Más de 100 idiomas</a:t>
            </a:r>
            <a:endParaRPr b="0" i="0" sz="1750" u="none" cap="none" strike="noStrike"/>
          </a:p>
        </p:txBody>
      </p:sp>
      <p:pic>
        <p:nvPicPr>
          <p:cNvPr descr="preencoded.png" id="2492" name="Google Shape;2492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893" y="2842498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93" name="Google Shape;2493;p78"/>
          <p:cNvSpPr/>
          <p:nvPr/>
        </p:nvSpPr>
        <p:spPr>
          <a:xfrm>
            <a:off x="5235893" y="56961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DeepL</a:t>
            </a:r>
            <a:endParaRPr b="0" i="0" sz="2200" u="none" cap="none" strike="noStrike"/>
          </a:p>
        </p:txBody>
      </p:sp>
      <p:sp>
        <p:nvSpPr>
          <p:cNvPr id="2494" name="Google Shape;2494;p78"/>
          <p:cNvSpPr/>
          <p:nvPr/>
        </p:nvSpPr>
        <p:spPr>
          <a:xfrm>
            <a:off x="5235893" y="6186607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Alta precisión contextual</a:t>
            </a:r>
            <a:endParaRPr b="0" i="0" sz="1750" u="none" cap="none" strike="noStrike"/>
          </a:p>
        </p:txBody>
      </p:sp>
      <p:pic>
        <p:nvPicPr>
          <p:cNvPr descr="preencoded.png" id="2495" name="Google Shape;2495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995" y="2842498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78"/>
          <p:cNvSpPr/>
          <p:nvPr/>
        </p:nvSpPr>
        <p:spPr>
          <a:xfrm>
            <a:off x="9677995" y="56961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Microsoft Translator</a:t>
            </a:r>
            <a:endParaRPr b="0" i="0" sz="2200" u="none" cap="none" strike="noStrike"/>
          </a:p>
        </p:txBody>
      </p:sp>
      <p:sp>
        <p:nvSpPr>
          <p:cNvPr id="2497" name="Google Shape;2497;p78"/>
          <p:cNvSpPr/>
          <p:nvPr/>
        </p:nvSpPr>
        <p:spPr>
          <a:xfrm>
            <a:off x="9677995" y="6186607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Integración con Office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79"/>
          <p:cNvSpPr/>
          <p:nvPr/>
        </p:nvSpPr>
        <p:spPr>
          <a:xfrm>
            <a:off x="711279" y="560308"/>
            <a:ext cx="8283297" cy="6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000"/>
              <a:buFont typeface="Heebo"/>
              <a:buNone/>
            </a:pPr>
            <a:r>
              <a:rPr b="1" i="0" lang="en-US" sz="40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Historia de la traducción automática</a:t>
            </a:r>
            <a:endParaRPr b="0" i="0" sz="4000" u="none" cap="none" strike="noStrike"/>
          </a:p>
        </p:txBody>
      </p:sp>
      <p:sp>
        <p:nvSpPr>
          <p:cNvPr id="2504" name="Google Shape;2504;p79"/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79"/>
          <p:cNvSpPr/>
          <p:nvPr/>
        </p:nvSpPr>
        <p:spPr>
          <a:xfrm>
            <a:off x="6499860" y="1818799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79"/>
          <p:cNvSpPr/>
          <p:nvPr/>
        </p:nvSpPr>
        <p:spPr>
          <a:xfrm>
            <a:off x="7086600" y="1601629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79"/>
          <p:cNvSpPr/>
          <p:nvPr/>
        </p:nvSpPr>
        <p:spPr>
          <a:xfrm>
            <a:off x="7162800" y="1639729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400"/>
              <a:buFont typeface="Heebo"/>
              <a:buNone/>
            </a:pPr>
            <a:r>
              <a:rPr b="1" i="0" lang="en-US" sz="24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1</a:t>
            </a:r>
            <a:endParaRPr b="0" i="0" sz="2400" u="none" cap="none" strike="noStrike"/>
          </a:p>
        </p:txBody>
      </p:sp>
      <p:sp>
        <p:nvSpPr>
          <p:cNvPr id="2508" name="Google Shape;2508;p79"/>
          <p:cNvSpPr/>
          <p:nvPr/>
        </p:nvSpPr>
        <p:spPr>
          <a:xfrm>
            <a:off x="3758684" y="1671399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1950s</a:t>
            </a:r>
            <a:endParaRPr b="0" i="0" sz="2000" u="none" cap="none" strike="noStrike"/>
          </a:p>
        </p:txBody>
      </p:sp>
      <p:sp>
        <p:nvSpPr>
          <p:cNvPr id="2509" name="Google Shape;2509;p79"/>
          <p:cNvSpPr/>
          <p:nvPr/>
        </p:nvSpPr>
        <p:spPr>
          <a:xfrm>
            <a:off x="711279" y="2110859"/>
            <a:ext cx="5587841" cy="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Catamaran"/>
              <a:buNone/>
            </a:pPr>
            <a:r>
              <a:rPr b="0" i="0" lang="en-US" sz="16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Primeros experimentos</a:t>
            </a:r>
            <a:endParaRPr b="0" i="0" sz="1600" u="none" cap="none" strike="noStrike"/>
          </a:p>
        </p:txBody>
      </p:sp>
      <p:sp>
        <p:nvSpPr>
          <p:cNvPr id="2510" name="Google Shape;2510;p79"/>
          <p:cNvSpPr/>
          <p:nvPr/>
        </p:nvSpPr>
        <p:spPr>
          <a:xfrm>
            <a:off x="7520940" y="3037999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79"/>
          <p:cNvSpPr/>
          <p:nvPr/>
        </p:nvSpPr>
        <p:spPr>
          <a:xfrm>
            <a:off x="7086600" y="2820829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79"/>
          <p:cNvSpPr/>
          <p:nvPr/>
        </p:nvSpPr>
        <p:spPr>
          <a:xfrm>
            <a:off x="7162800" y="2858929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400"/>
              <a:buFont typeface="Heebo"/>
              <a:buNone/>
            </a:pPr>
            <a:r>
              <a:rPr b="1" i="0" lang="en-US" sz="24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  <a:endParaRPr b="0" i="0" sz="2400" u="none" cap="none" strike="noStrike"/>
          </a:p>
        </p:txBody>
      </p:sp>
      <p:sp>
        <p:nvSpPr>
          <p:cNvPr id="2513" name="Google Shape;2513;p79"/>
          <p:cNvSpPr/>
          <p:nvPr/>
        </p:nvSpPr>
        <p:spPr>
          <a:xfrm>
            <a:off x="8331279" y="2890599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1970s</a:t>
            </a:r>
            <a:endParaRPr b="0" i="0" sz="2000" u="none" cap="none" strike="noStrike"/>
          </a:p>
        </p:txBody>
      </p:sp>
      <p:sp>
        <p:nvSpPr>
          <p:cNvPr id="2514" name="Google Shape;2514;p79"/>
          <p:cNvSpPr/>
          <p:nvPr/>
        </p:nvSpPr>
        <p:spPr>
          <a:xfrm>
            <a:off x="8331279" y="3330059"/>
            <a:ext cx="5587841" cy="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Catamaran"/>
              <a:buNone/>
            </a:pPr>
            <a:r>
              <a:rPr b="0" i="0" lang="en-US" sz="16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Sistemas basados en reglas</a:t>
            </a:r>
            <a:endParaRPr b="0" i="0" sz="1600" u="none" cap="none" strike="noStrike"/>
          </a:p>
        </p:txBody>
      </p:sp>
      <p:sp>
        <p:nvSpPr>
          <p:cNvPr id="2515" name="Google Shape;2515;p79"/>
          <p:cNvSpPr/>
          <p:nvPr/>
        </p:nvSpPr>
        <p:spPr>
          <a:xfrm>
            <a:off x="6499860" y="4088963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79"/>
          <p:cNvSpPr/>
          <p:nvPr/>
        </p:nvSpPr>
        <p:spPr>
          <a:xfrm>
            <a:off x="7086600" y="3871793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79"/>
          <p:cNvSpPr/>
          <p:nvPr/>
        </p:nvSpPr>
        <p:spPr>
          <a:xfrm>
            <a:off x="7162800" y="3909893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400"/>
              <a:buFont typeface="Heebo"/>
              <a:buNone/>
            </a:pPr>
            <a:r>
              <a:rPr b="1" i="0" lang="en-US" sz="24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3</a:t>
            </a:r>
            <a:endParaRPr b="0" i="0" sz="2400" u="none" cap="none" strike="noStrike"/>
          </a:p>
        </p:txBody>
      </p:sp>
      <p:sp>
        <p:nvSpPr>
          <p:cNvPr id="2518" name="Google Shape;2518;p79"/>
          <p:cNvSpPr/>
          <p:nvPr/>
        </p:nvSpPr>
        <p:spPr>
          <a:xfrm>
            <a:off x="3758684" y="3941564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1990s</a:t>
            </a:r>
            <a:endParaRPr b="0" i="0" sz="2000" u="none" cap="none" strike="noStrike"/>
          </a:p>
        </p:txBody>
      </p:sp>
      <p:sp>
        <p:nvSpPr>
          <p:cNvPr id="2519" name="Google Shape;2519;p79"/>
          <p:cNvSpPr/>
          <p:nvPr/>
        </p:nvSpPr>
        <p:spPr>
          <a:xfrm>
            <a:off x="711279" y="4381024"/>
            <a:ext cx="5587841" cy="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Catamaran"/>
              <a:buNone/>
            </a:pPr>
            <a:r>
              <a:rPr b="0" i="0" lang="en-US" sz="16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Traducción estadística</a:t>
            </a:r>
            <a:endParaRPr b="0" i="0" sz="1600" u="none" cap="none" strike="noStrike"/>
          </a:p>
        </p:txBody>
      </p:sp>
      <p:sp>
        <p:nvSpPr>
          <p:cNvPr id="2520" name="Google Shape;2520;p79"/>
          <p:cNvSpPr/>
          <p:nvPr/>
        </p:nvSpPr>
        <p:spPr>
          <a:xfrm>
            <a:off x="7520940" y="5139928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79"/>
          <p:cNvSpPr/>
          <p:nvPr/>
        </p:nvSpPr>
        <p:spPr>
          <a:xfrm>
            <a:off x="7086600" y="4922758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79"/>
          <p:cNvSpPr/>
          <p:nvPr/>
        </p:nvSpPr>
        <p:spPr>
          <a:xfrm>
            <a:off x="7162800" y="4960858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400"/>
              <a:buFont typeface="Heebo"/>
              <a:buNone/>
            </a:pPr>
            <a:r>
              <a:rPr b="1" i="0" lang="en-US" sz="24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  <a:endParaRPr b="0" i="0" sz="2400" u="none" cap="none" strike="noStrike"/>
          </a:p>
        </p:txBody>
      </p:sp>
      <p:sp>
        <p:nvSpPr>
          <p:cNvPr id="2523" name="Google Shape;2523;p79"/>
          <p:cNvSpPr/>
          <p:nvPr/>
        </p:nvSpPr>
        <p:spPr>
          <a:xfrm>
            <a:off x="8331279" y="4992529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2010s</a:t>
            </a:r>
            <a:endParaRPr b="0" i="0" sz="2000" u="none" cap="none" strike="noStrike"/>
          </a:p>
        </p:txBody>
      </p:sp>
      <p:sp>
        <p:nvSpPr>
          <p:cNvPr id="2524" name="Google Shape;2524;p79"/>
          <p:cNvSpPr/>
          <p:nvPr/>
        </p:nvSpPr>
        <p:spPr>
          <a:xfrm>
            <a:off x="8331279" y="5431988"/>
            <a:ext cx="5587841" cy="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Catamaran"/>
              <a:buNone/>
            </a:pPr>
            <a:r>
              <a:rPr b="0" i="0" lang="en-US" sz="16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Redes neuronales</a:t>
            </a:r>
            <a:endParaRPr b="0" i="0" sz="1600" u="none" cap="none" strike="noStrike"/>
          </a:p>
        </p:txBody>
      </p:sp>
      <p:sp>
        <p:nvSpPr>
          <p:cNvPr id="2525" name="Google Shape;2525;p79"/>
          <p:cNvSpPr/>
          <p:nvPr/>
        </p:nvSpPr>
        <p:spPr>
          <a:xfrm>
            <a:off x="6499860" y="6190893"/>
            <a:ext cx="609600" cy="22860"/>
          </a:xfrm>
          <a:prstGeom prst="roundRect">
            <a:avLst>
              <a:gd fmla="val 800148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79"/>
          <p:cNvSpPr/>
          <p:nvPr/>
        </p:nvSpPr>
        <p:spPr>
          <a:xfrm>
            <a:off x="7086600" y="5973723"/>
            <a:ext cx="457200" cy="457200"/>
          </a:xfrm>
          <a:prstGeom prst="roundRect">
            <a:avLst>
              <a:gd fmla="val 4000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79"/>
          <p:cNvSpPr/>
          <p:nvPr/>
        </p:nvSpPr>
        <p:spPr>
          <a:xfrm>
            <a:off x="7162800" y="6011823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400"/>
              <a:buFont typeface="Heebo"/>
              <a:buNone/>
            </a:pPr>
            <a:r>
              <a:rPr b="1" i="0" lang="en-US" sz="24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endParaRPr b="0" i="0" sz="2400" u="none" cap="none" strike="noStrike"/>
          </a:p>
        </p:txBody>
      </p:sp>
      <p:sp>
        <p:nvSpPr>
          <p:cNvPr id="2528" name="Google Shape;2528;p79"/>
          <p:cNvSpPr/>
          <p:nvPr/>
        </p:nvSpPr>
        <p:spPr>
          <a:xfrm>
            <a:off x="3758684" y="6043493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000"/>
              <a:buFont typeface="Heebo"/>
              <a:buNone/>
            </a:pPr>
            <a:r>
              <a:rPr b="1" i="0" lang="en-US" sz="20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Actualidad</a:t>
            </a:r>
            <a:endParaRPr b="0" i="0" sz="2000" u="none" cap="none" strike="noStrike"/>
          </a:p>
        </p:txBody>
      </p:sp>
      <p:sp>
        <p:nvSpPr>
          <p:cNvPr id="2529" name="Google Shape;2529;p79"/>
          <p:cNvSpPr/>
          <p:nvPr/>
        </p:nvSpPr>
        <p:spPr>
          <a:xfrm>
            <a:off x="711279" y="6482953"/>
            <a:ext cx="5587841" cy="3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Catamaran"/>
              <a:buNone/>
            </a:pPr>
            <a:r>
              <a:rPr b="0" i="0" lang="en-US" sz="16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Transformers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35" name="Google Shape;253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181820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80"/>
          <p:cNvSpPr/>
          <p:nvPr/>
        </p:nvSpPr>
        <p:spPr>
          <a:xfrm>
            <a:off x="581739" y="2535079"/>
            <a:ext cx="6923246" cy="51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3250"/>
              <a:buFont typeface="Heebo"/>
              <a:buNone/>
            </a:pPr>
            <a:r>
              <a:rPr b="1" i="0" lang="en-US" sz="32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Traducción basada en reglas (RBMT)</a:t>
            </a:r>
            <a:endParaRPr b="0" i="0" sz="3250" u="none" cap="none" strike="noStrike"/>
          </a:p>
        </p:txBody>
      </p:sp>
      <p:pic>
        <p:nvPicPr>
          <p:cNvPr descr="preencoded.png" id="2537" name="Google Shape;2537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739" y="3490793"/>
            <a:ext cx="831175" cy="102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38" name="Google Shape;2538;p80"/>
          <p:cNvSpPr/>
          <p:nvPr/>
        </p:nvSpPr>
        <p:spPr>
          <a:xfrm>
            <a:off x="1662232" y="3657005"/>
            <a:ext cx="2077998" cy="2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Heebo"/>
              <a:buNone/>
            </a:pPr>
            <a:r>
              <a:rPr b="1" i="0" lang="en-US" sz="16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Análisis morfológico</a:t>
            </a:r>
            <a:endParaRPr b="0" i="0" sz="1600" u="none" cap="none" strike="noStrike"/>
          </a:p>
        </p:txBody>
      </p:sp>
      <p:sp>
        <p:nvSpPr>
          <p:cNvPr id="2539" name="Google Shape;2539;p80"/>
          <p:cNvSpPr/>
          <p:nvPr/>
        </p:nvSpPr>
        <p:spPr>
          <a:xfrm>
            <a:off x="1662232" y="4082891"/>
            <a:ext cx="5450205" cy="265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Identificación de palabras y estructuras</a:t>
            </a:r>
            <a:endParaRPr b="0" i="0" sz="1300" u="none" cap="none" strike="noStrike"/>
          </a:p>
        </p:txBody>
      </p:sp>
      <p:pic>
        <p:nvPicPr>
          <p:cNvPr descr="preencoded.png" id="2540" name="Google Shape;2540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739" y="4514969"/>
            <a:ext cx="831175" cy="102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41" name="Google Shape;2541;p80"/>
          <p:cNvSpPr/>
          <p:nvPr/>
        </p:nvSpPr>
        <p:spPr>
          <a:xfrm>
            <a:off x="1662232" y="4681180"/>
            <a:ext cx="2077998" cy="2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Heebo"/>
              <a:buNone/>
            </a:pPr>
            <a:r>
              <a:rPr b="1" i="0" lang="en-US" sz="16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Análisis sintáctico</a:t>
            </a:r>
            <a:endParaRPr b="0" i="0" sz="1600" u="none" cap="none" strike="noStrike"/>
          </a:p>
        </p:txBody>
      </p:sp>
      <p:sp>
        <p:nvSpPr>
          <p:cNvPr id="2542" name="Google Shape;2542;p80"/>
          <p:cNvSpPr/>
          <p:nvPr/>
        </p:nvSpPr>
        <p:spPr>
          <a:xfrm>
            <a:off x="1662232" y="5107067"/>
            <a:ext cx="5450205" cy="265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Aplicación de reglas gramaticales</a:t>
            </a:r>
            <a:endParaRPr b="0" i="0" sz="1300" u="none" cap="none" strike="noStrike"/>
          </a:p>
        </p:txBody>
      </p:sp>
      <p:pic>
        <p:nvPicPr>
          <p:cNvPr descr="preencoded.png" id="2543" name="Google Shape;2543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739" y="5539145"/>
            <a:ext cx="831175" cy="102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44" name="Google Shape;2544;p80"/>
          <p:cNvSpPr/>
          <p:nvPr/>
        </p:nvSpPr>
        <p:spPr>
          <a:xfrm>
            <a:off x="1662232" y="5705356"/>
            <a:ext cx="2077998" cy="2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Heebo"/>
              <a:buNone/>
            </a:pPr>
            <a:r>
              <a:rPr b="1" i="0" lang="en-US" sz="16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Transferencia</a:t>
            </a:r>
            <a:endParaRPr b="0" i="0" sz="1600" u="none" cap="none" strike="noStrike"/>
          </a:p>
        </p:txBody>
      </p:sp>
      <p:sp>
        <p:nvSpPr>
          <p:cNvPr id="2545" name="Google Shape;2545;p80"/>
          <p:cNvSpPr/>
          <p:nvPr/>
        </p:nvSpPr>
        <p:spPr>
          <a:xfrm>
            <a:off x="1662232" y="6131242"/>
            <a:ext cx="5450205" cy="265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Conversión entre estructuras de idiomas</a:t>
            </a:r>
            <a:endParaRPr b="0" i="0" sz="1300" u="none" cap="none" strike="noStrike"/>
          </a:p>
        </p:txBody>
      </p:sp>
      <p:pic>
        <p:nvPicPr>
          <p:cNvPr descr="preencoded.png" id="2546" name="Google Shape;2546;p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739" y="6563320"/>
            <a:ext cx="831175" cy="102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47" name="Google Shape;2547;p80"/>
          <p:cNvSpPr/>
          <p:nvPr/>
        </p:nvSpPr>
        <p:spPr>
          <a:xfrm>
            <a:off x="1662232" y="6729532"/>
            <a:ext cx="2077998" cy="2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600"/>
              <a:buFont typeface="Heebo"/>
              <a:buNone/>
            </a:pPr>
            <a:r>
              <a:rPr b="1" i="0" lang="en-US" sz="16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Generación</a:t>
            </a:r>
            <a:endParaRPr b="0" i="0" sz="1600" u="none" cap="none" strike="noStrike"/>
          </a:p>
        </p:txBody>
      </p:sp>
      <p:sp>
        <p:nvSpPr>
          <p:cNvPr id="2548" name="Google Shape;2548;p80"/>
          <p:cNvSpPr/>
          <p:nvPr/>
        </p:nvSpPr>
        <p:spPr>
          <a:xfrm>
            <a:off x="1662232" y="7155418"/>
            <a:ext cx="5450205" cy="265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Creación del texto final</a:t>
            </a:r>
            <a:endParaRPr b="0" i="0" sz="1300" u="none" cap="none" strike="noStrike"/>
          </a:p>
        </p:txBody>
      </p:sp>
      <p:sp>
        <p:nvSpPr>
          <p:cNvPr id="2549" name="Google Shape;2549;p80"/>
          <p:cNvSpPr/>
          <p:nvPr/>
        </p:nvSpPr>
        <p:spPr>
          <a:xfrm>
            <a:off x="7525583" y="3470077"/>
            <a:ext cx="2077998" cy="2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1600"/>
              <a:buFont typeface="Heebo"/>
              <a:buNone/>
            </a:pPr>
            <a:r>
              <a:rPr b="1" i="0" lang="en-US" sz="16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Ejemplos</a:t>
            </a:r>
            <a:endParaRPr b="0" i="0" sz="1600" u="none" cap="none" strike="noStrike"/>
          </a:p>
        </p:txBody>
      </p:sp>
      <p:sp>
        <p:nvSpPr>
          <p:cNvPr id="2550" name="Google Shape;2550;p80"/>
          <p:cNvSpPr/>
          <p:nvPr/>
        </p:nvSpPr>
        <p:spPr>
          <a:xfrm>
            <a:off x="7525583" y="3895963"/>
            <a:ext cx="6530697" cy="265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1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Análisis morfológico:</a:t>
            </a: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"running" → verbo "run" + gerundio "-ing"</a:t>
            </a:r>
            <a:endParaRPr b="0" i="0" sz="1300" u="none" cap="none" strike="noStrike"/>
          </a:p>
        </p:txBody>
      </p:sp>
      <p:sp>
        <p:nvSpPr>
          <p:cNvPr id="2551" name="Google Shape;2551;p80"/>
          <p:cNvSpPr/>
          <p:nvPr/>
        </p:nvSpPr>
        <p:spPr>
          <a:xfrm>
            <a:off x="7525583" y="4219932"/>
            <a:ext cx="6530697" cy="265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1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Análisis sintáctico:</a:t>
            </a: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"The cat chased the mouse" → Sujeto + Verbo + Objeto</a:t>
            </a:r>
            <a:endParaRPr b="0" i="0" sz="1300" u="none" cap="none" strike="noStrike"/>
          </a:p>
        </p:txBody>
      </p:sp>
      <p:sp>
        <p:nvSpPr>
          <p:cNvPr id="2552" name="Google Shape;2552;p80"/>
          <p:cNvSpPr/>
          <p:nvPr/>
        </p:nvSpPr>
        <p:spPr>
          <a:xfrm>
            <a:off x="7525583" y="4543901"/>
            <a:ext cx="6530697" cy="265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1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Transferencia:</a:t>
            </a: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"I am hungry" (inglés) → "Tengo hambre" (español) [cambio estructural]</a:t>
            </a:r>
            <a:endParaRPr b="0" i="0" sz="1300" u="none" cap="none" strike="noStrike"/>
          </a:p>
        </p:txBody>
      </p:sp>
      <p:sp>
        <p:nvSpPr>
          <p:cNvPr id="2553" name="Google Shape;2553;p80"/>
          <p:cNvSpPr/>
          <p:nvPr/>
        </p:nvSpPr>
        <p:spPr>
          <a:xfrm>
            <a:off x="7525583" y="4867870"/>
            <a:ext cx="6530697" cy="531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1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Generación:</a:t>
            </a: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Aplicación de conjugaciones: "Yo comeré" a partir de "comer" + futuro + 1ª persona</a:t>
            </a:r>
            <a:endParaRPr b="0" i="0" sz="1300" u="none" cap="none" strike="noStrike"/>
          </a:p>
        </p:txBody>
      </p:sp>
      <p:sp>
        <p:nvSpPr>
          <p:cNvPr id="2554" name="Google Shape;2554;p80"/>
          <p:cNvSpPr/>
          <p:nvPr/>
        </p:nvSpPr>
        <p:spPr>
          <a:xfrm>
            <a:off x="7525583" y="5549146"/>
            <a:ext cx="6530697" cy="531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92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300"/>
              <a:buFont typeface="Catamaran"/>
              <a:buNone/>
            </a:pPr>
            <a:r>
              <a:rPr b="0" i="0" lang="en-US" sz="13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Los sistemas RBMT utilizan diccionarios extensos y reglas lingüísticas explícitas codificadas por expertos en cada par de idiomas.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81"/>
          <p:cNvSpPr/>
          <p:nvPr/>
        </p:nvSpPr>
        <p:spPr>
          <a:xfrm>
            <a:off x="793790" y="2301954"/>
            <a:ext cx="884848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Fortalezas y limitaciones de RBMT</a:t>
            </a:r>
            <a:endParaRPr b="0" i="0" sz="4450" u="none" cap="none" strike="noStrike"/>
          </a:p>
        </p:txBody>
      </p:sp>
      <p:sp>
        <p:nvSpPr>
          <p:cNvPr id="2561" name="Google Shape;2561;p8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Fortalezas</a:t>
            </a:r>
            <a:endParaRPr b="0" i="0" sz="2200" u="none" cap="none" strike="noStrike"/>
          </a:p>
        </p:txBody>
      </p:sp>
      <p:sp>
        <p:nvSpPr>
          <p:cNvPr id="2562" name="Google Shape;2562;p81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Alta precisión gramatical</a:t>
            </a:r>
            <a:endParaRPr b="0" i="0" sz="1750" u="none" cap="none" strike="noStrike"/>
          </a:p>
        </p:txBody>
      </p:sp>
      <p:sp>
        <p:nvSpPr>
          <p:cNvPr id="2563" name="Google Shape;2563;p81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Control lingüístico explícito</a:t>
            </a:r>
            <a:endParaRPr b="0" i="0" sz="1750" u="none" cap="none" strike="noStrike"/>
          </a:p>
        </p:txBody>
      </p:sp>
      <p:sp>
        <p:nvSpPr>
          <p:cNvPr id="2564" name="Google Shape;2564;p81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No requiere datos de entrenamiento</a:t>
            </a:r>
            <a:endParaRPr b="0" i="0" sz="1750" u="none" cap="none" strike="noStrike"/>
          </a:p>
        </p:txBody>
      </p:sp>
      <p:sp>
        <p:nvSpPr>
          <p:cNvPr id="2565" name="Google Shape;2565;p81"/>
          <p:cNvSpPr/>
          <p:nvPr/>
        </p:nvSpPr>
        <p:spPr>
          <a:xfrm>
            <a:off x="793790" y="54854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Estabilidad en resultados</a:t>
            </a:r>
            <a:endParaRPr b="0" i="0" sz="1750" u="none" cap="none" strike="noStrike"/>
          </a:p>
        </p:txBody>
      </p:sp>
      <p:sp>
        <p:nvSpPr>
          <p:cNvPr id="2566" name="Google Shape;2566;p81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Limitaciones</a:t>
            </a:r>
            <a:endParaRPr b="0" i="0" sz="2200" u="none" cap="none" strike="noStrike"/>
          </a:p>
        </p:txBody>
      </p:sp>
      <p:sp>
        <p:nvSpPr>
          <p:cNvPr id="2567" name="Google Shape;2567;p81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Difícil escalabilidad</a:t>
            </a:r>
            <a:endParaRPr b="0" i="0" sz="1750" u="none" cap="none" strike="noStrike"/>
          </a:p>
        </p:txBody>
      </p:sp>
      <p:sp>
        <p:nvSpPr>
          <p:cNvPr id="2568" name="Google Shape;2568;p81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Requiere lingüistas expertos</a:t>
            </a:r>
            <a:endParaRPr b="0" i="0" sz="1750" u="none" cap="none" strike="noStrike"/>
          </a:p>
        </p:txBody>
      </p:sp>
      <p:sp>
        <p:nvSpPr>
          <p:cNvPr id="2569" name="Google Shape;2569;p81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Mantenimiento costoso</a:t>
            </a:r>
            <a:endParaRPr b="0" i="0" sz="1750" u="none" cap="none" strike="noStrike"/>
          </a:p>
        </p:txBody>
      </p:sp>
      <p:sp>
        <p:nvSpPr>
          <p:cNvPr id="2570" name="Google Shape;2570;p81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Problemas con ambigüedad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82"/>
          <p:cNvSpPr/>
          <p:nvPr/>
        </p:nvSpPr>
        <p:spPr>
          <a:xfrm>
            <a:off x="793790" y="1732002"/>
            <a:ext cx="118068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Introducción a la traducción estadística (SMT)</a:t>
            </a:r>
            <a:endParaRPr b="0" i="0" sz="4450" u="none" cap="none" strike="noStrike"/>
          </a:p>
        </p:txBody>
      </p:sp>
      <p:sp>
        <p:nvSpPr>
          <p:cNvPr id="2577" name="Google Shape;2577;p82"/>
          <p:cNvSpPr/>
          <p:nvPr/>
        </p:nvSpPr>
        <p:spPr>
          <a:xfrm>
            <a:off x="793790" y="30077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Corpus paralelo</a:t>
            </a:r>
            <a:endParaRPr b="0" i="0" sz="2200" u="none" cap="none" strike="noStrike"/>
          </a:p>
        </p:txBody>
      </p:sp>
      <p:sp>
        <p:nvSpPr>
          <p:cNvPr id="2578" name="Google Shape;2578;p82"/>
          <p:cNvSpPr/>
          <p:nvPr/>
        </p:nvSpPr>
        <p:spPr>
          <a:xfrm>
            <a:off x="793790" y="358890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Millones de frases alineadas entre idiomas</a:t>
            </a:r>
            <a:endParaRPr b="0" i="0" sz="1750" u="none" cap="none" strike="noStrike"/>
          </a:p>
        </p:txBody>
      </p:sp>
      <p:sp>
        <p:nvSpPr>
          <p:cNvPr id="2579" name="Google Shape;2579;p82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Modelo probabilístico</a:t>
            </a:r>
            <a:endParaRPr b="0" i="0" sz="2200" u="none" cap="none" strike="noStrike"/>
          </a:p>
        </p:txBody>
      </p:sp>
      <p:sp>
        <p:nvSpPr>
          <p:cNvPr id="2580" name="Google Shape;2580;p82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Cálculo de probabilidades de traducción</a:t>
            </a:r>
            <a:endParaRPr b="0" i="0" sz="1750" u="none" cap="none" strike="noStrike"/>
          </a:p>
        </p:txBody>
      </p:sp>
      <p:sp>
        <p:nvSpPr>
          <p:cNvPr id="2581" name="Google Shape;2581;p82"/>
          <p:cNvSpPr/>
          <p:nvPr/>
        </p:nvSpPr>
        <p:spPr>
          <a:xfrm>
            <a:off x="793790" y="53494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Decodificación</a:t>
            </a:r>
            <a:endParaRPr b="0" i="0" sz="2200" u="none" cap="none" strike="noStrike"/>
          </a:p>
        </p:txBody>
      </p:sp>
      <p:sp>
        <p:nvSpPr>
          <p:cNvPr id="2582" name="Google Shape;2582;p82"/>
          <p:cNvSpPr/>
          <p:nvPr/>
        </p:nvSpPr>
        <p:spPr>
          <a:xfrm>
            <a:off x="793790" y="593062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Búsqueda de la traducción más probable</a:t>
            </a:r>
            <a:endParaRPr b="0" i="0" sz="1750" u="none" cap="none" strike="noStrike"/>
          </a:p>
        </p:txBody>
      </p:sp>
      <p:sp>
        <p:nvSpPr>
          <p:cNvPr id="2583" name="Google Shape;2583;p82"/>
          <p:cNvSpPr/>
          <p:nvPr/>
        </p:nvSpPr>
        <p:spPr>
          <a:xfrm>
            <a:off x="7599521" y="30077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Ejemplos</a:t>
            </a:r>
            <a:endParaRPr b="0" i="0" sz="2200" u="none" cap="none" strike="noStrike"/>
          </a:p>
        </p:txBody>
      </p:sp>
      <p:sp>
        <p:nvSpPr>
          <p:cNvPr id="2584" name="Google Shape;2584;p82"/>
          <p:cNvSpPr/>
          <p:nvPr/>
        </p:nvSpPr>
        <p:spPr>
          <a:xfrm>
            <a:off x="7599521" y="3588901"/>
            <a:ext cx="6244709" cy="378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"The house is red"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rPr>
              <a:t>↔</a:t>
            </a: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"La casa es roja"</a:t>
            </a:r>
            <a:endParaRPr b="0" i="0" sz="1750" u="none" cap="none" strike="noStrike"/>
          </a:p>
        </p:txBody>
      </p:sp>
      <p:sp>
        <p:nvSpPr>
          <p:cNvPr id="2585" name="Google Shape;2585;p82"/>
          <p:cNvSpPr/>
          <p:nvPr/>
        </p:nvSpPr>
        <p:spPr>
          <a:xfrm>
            <a:off x="7599521" y="417111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P("casa"|"house") = 0.9, P("hogar"|"house") = 0.1</a:t>
            </a:r>
            <a:endParaRPr b="0" i="0" sz="1750" u="none" cap="none" strike="noStrike"/>
          </a:p>
        </p:txBody>
      </p:sp>
      <p:sp>
        <p:nvSpPr>
          <p:cNvPr id="2586" name="Google Shape;2586;p82"/>
          <p:cNvSpPr/>
          <p:nvPr/>
        </p:nvSpPr>
        <p:spPr>
          <a:xfrm>
            <a:off x="7599521" y="4738092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"I live in a house" → Evaluación de múltiples candidatos → "Vivo en una casa"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83"/>
          <p:cNvSpPr/>
          <p:nvPr/>
        </p:nvSpPr>
        <p:spPr>
          <a:xfrm>
            <a:off x="777954" y="611267"/>
            <a:ext cx="5557480" cy="694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350"/>
              <a:buFont typeface="Heebo"/>
              <a:buNone/>
            </a:pPr>
            <a:r>
              <a:rPr b="1" i="0" lang="en-US" sz="43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Arquitectura de SMT</a:t>
            </a:r>
            <a:endParaRPr b="0" i="0" sz="4350" u="none" cap="none" strike="noStrike"/>
          </a:p>
        </p:txBody>
      </p:sp>
      <p:pic>
        <p:nvPicPr>
          <p:cNvPr descr="preencoded.png" id="2593" name="Google Shape;259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954" y="1889403"/>
            <a:ext cx="1111448" cy="1369814"/>
          </a:xfrm>
          <a:prstGeom prst="rect">
            <a:avLst/>
          </a:prstGeom>
          <a:noFill/>
          <a:ln>
            <a:noFill/>
          </a:ln>
        </p:spPr>
      </p:pic>
      <p:sp>
        <p:nvSpPr>
          <p:cNvPr id="2594" name="Google Shape;2594;p83"/>
          <p:cNvSpPr/>
          <p:nvPr/>
        </p:nvSpPr>
        <p:spPr>
          <a:xfrm>
            <a:off x="2222778" y="2111693"/>
            <a:ext cx="2778681" cy="34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50"/>
              <a:buFont typeface="Heebo"/>
              <a:buNone/>
            </a:pPr>
            <a:r>
              <a:rPr b="1" i="0" lang="en-US" sz="21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Alineación</a:t>
            </a:r>
            <a:endParaRPr b="0" i="0" sz="2150" u="none" cap="none" strike="noStrike"/>
          </a:p>
        </p:txBody>
      </p:sp>
      <p:sp>
        <p:nvSpPr>
          <p:cNvPr id="2595" name="Google Shape;2595;p83"/>
          <p:cNvSpPr/>
          <p:nvPr/>
        </p:nvSpPr>
        <p:spPr>
          <a:xfrm>
            <a:off x="2222778" y="2681288"/>
            <a:ext cx="4821317" cy="3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Mapeo entre palabras de origen y destino</a:t>
            </a:r>
            <a:endParaRPr b="0" i="0" sz="1750" u="none" cap="none" strike="noStrike"/>
          </a:p>
        </p:txBody>
      </p:sp>
      <p:pic>
        <p:nvPicPr>
          <p:cNvPr descr="preencoded.png" id="2596" name="Google Shape;2596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954" y="3259217"/>
            <a:ext cx="1111448" cy="1369814"/>
          </a:xfrm>
          <a:prstGeom prst="rect">
            <a:avLst/>
          </a:prstGeom>
          <a:noFill/>
          <a:ln>
            <a:noFill/>
          </a:ln>
        </p:spPr>
      </p:pic>
      <p:sp>
        <p:nvSpPr>
          <p:cNvPr id="2597" name="Google Shape;2597;p83"/>
          <p:cNvSpPr/>
          <p:nvPr/>
        </p:nvSpPr>
        <p:spPr>
          <a:xfrm>
            <a:off x="2222778" y="3481507"/>
            <a:ext cx="2778681" cy="34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50"/>
              <a:buFont typeface="Heebo"/>
              <a:buNone/>
            </a:pPr>
            <a:r>
              <a:rPr b="1" i="0" lang="en-US" sz="21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Modelo de lenguaje</a:t>
            </a:r>
            <a:endParaRPr b="0" i="0" sz="2150" u="none" cap="none" strike="noStrike"/>
          </a:p>
        </p:txBody>
      </p:sp>
      <p:sp>
        <p:nvSpPr>
          <p:cNvPr id="2598" name="Google Shape;2598;p83"/>
          <p:cNvSpPr/>
          <p:nvPr/>
        </p:nvSpPr>
        <p:spPr>
          <a:xfrm>
            <a:off x="2222778" y="4051102"/>
            <a:ext cx="4821317" cy="3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Probabilidad de secuencias en idioma destino</a:t>
            </a:r>
            <a:endParaRPr b="0" i="0" sz="1750" u="none" cap="none" strike="noStrike"/>
          </a:p>
        </p:txBody>
      </p:sp>
      <p:pic>
        <p:nvPicPr>
          <p:cNvPr descr="preencoded.png" id="2599" name="Google Shape;2599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954" y="4629031"/>
            <a:ext cx="1111448" cy="1369814"/>
          </a:xfrm>
          <a:prstGeom prst="rect">
            <a:avLst/>
          </a:prstGeom>
          <a:noFill/>
          <a:ln>
            <a:noFill/>
          </a:ln>
        </p:spPr>
      </p:pic>
      <p:sp>
        <p:nvSpPr>
          <p:cNvPr id="2600" name="Google Shape;2600;p83"/>
          <p:cNvSpPr/>
          <p:nvPr/>
        </p:nvSpPr>
        <p:spPr>
          <a:xfrm>
            <a:off x="2222778" y="4851321"/>
            <a:ext cx="2778681" cy="34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50"/>
              <a:buFont typeface="Heebo"/>
              <a:buNone/>
            </a:pPr>
            <a:r>
              <a:rPr b="1" i="0" lang="en-US" sz="21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Modelo de traducción</a:t>
            </a:r>
            <a:endParaRPr b="0" i="0" sz="2150" u="none" cap="none" strike="noStrike"/>
          </a:p>
        </p:txBody>
      </p:sp>
      <p:sp>
        <p:nvSpPr>
          <p:cNvPr id="2601" name="Google Shape;2601;p83"/>
          <p:cNvSpPr/>
          <p:nvPr/>
        </p:nvSpPr>
        <p:spPr>
          <a:xfrm>
            <a:off x="2222778" y="5420916"/>
            <a:ext cx="4821317" cy="3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Probabilidad de traducir segmentos</a:t>
            </a:r>
            <a:endParaRPr b="0" i="0" sz="1750" u="none" cap="none" strike="noStrike"/>
          </a:p>
        </p:txBody>
      </p:sp>
      <p:pic>
        <p:nvPicPr>
          <p:cNvPr descr="preencoded.png" id="2602" name="Google Shape;2602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954" y="5998845"/>
            <a:ext cx="1111448" cy="1369814"/>
          </a:xfrm>
          <a:prstGeom prst="rect">
            <a:avLst/>
          </a:prstGeom>
          <a:noFill/>
          <a:ln>
            <a:noFill/>
          </a:ln>
        </p:spPr>
      </p:pic>
      <p:sp>
        <p:nvSpPr>
          <p:cNvPr id="2603" name="Google Shape;2603;p83"/>
          <p:cNvSpPr/>
          <p:nvPr/>
        </p:nvSpPr>
        <p:spPr>
          <a:xfrm>
            <a:off x="2222778" y="6221135"/>
            <a:ext cx="2778681" cy="34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50"/>
              <a:buFont typeface="Heebo"/>
              <a:buNone/>
            </a:pPr>
            <a:r>
              <a:rPr b="1" i="0" lang="en-US" sz="21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Decodificador</a:t>
            </a:r>
            <a:endParaRPr b="0" i="0" sz="2150" u="none" cap="none" strike="noStrike"/>
          </a:p>
        </p:txBody>
      </p:sp>
      <p:sp>
        <p:nvSpPr>
          <p:cNvPr id="2604" name="Google Shape;2604;p83"/>
          <p:cNvSpPr/>
          <p:nvPr/>
        </p:nvSpPr>
        <p:spPr>
          <a:xfrm>
            <a:off x="2222778" y="6790730"/>
            <a:ext cx="4821317" cy="3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Búsqueda de mejor combinación</a:t>
            </a:r>
            <a:endParaRPr b="0" i="0" sz="1750" u="none" cap="none" strike="noStrike"/>
          </a:p>
        </p:txBody>
      </p:sp>
      <p:sp>
        <p:nvSpPr>
          <p:cNvPr id="2605" name="Google Shape;2605;p83"/>
          <p:cNvSpPr/>
          <p:nvPr/>
        </p:nvSpPr>
        <p:spPr>
          <a:xfrm>
            <a:off x="7593925" y="1839397"/>
            <a:ext cx="6266140" cy="3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606" name="Google Shape;2606;p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93925" y="2445068"/>
            <a:ext cx="6266140" cy="3759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12" name="Google Shape;261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3" name="Google Shape;2613;p84"/>
          <p:cNvSpPr/>
          <p:nvPr/>
        </p:nvSpPr>
        <p:spPr>
          <a:xfrm>
            <a:off x="6280190" y="147423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Evaluación en SMT</a:t>
            </a:r>
            <a:endParaRPr b="0" i="0" sz="4450" u="none" cap="none" strike="noStrike"/>
          </a:p>
        </p:txBody>
      </p:sp>
      <p:sp>
        <p:nvSpPr>
          <p:cNvPr id="2614" name="Google Shape;2614;p84"/>
          <p:cNvSpPr/>
          <p:nvPr/>
        </p:nvSpPr>
        <p:spPr>
          <a:xfrm>
            <a:off x="6280190" y="2523172"/>
            <a:ext cx="3664863" cy="2184083"/>
          </a:xfrm>
          <a:prstGeom prst="roundRect">
            <a:avLst>
              <a:gd fmla="val 934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84"/>
          <p:cNvSpPr/>
          <p:nvPr/>
        </p:nvSpPr>
        <p:spPr>
          <a:xfrm>
            <a:off x="6514624" y="27576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BLEU</a:t>
            </a:r>
            <a:endParaRPr b="0" i="0" sz="2200" u="none" cap="none" strike="noStrike"/>
          </a:p>
        </p:txBody>
      </p:sp>
      <p:sp>
        <p:nvSpPr>
          <p:cNvPr id="2616" name="Google Shape;2616;p84"/>
          <p:cNvSpPr/>
          <p:nvPr/>
        </p:nvSpPr>
        <p:spPr>
          <a:xfrm>
            <a:off x="6514624" y="3248025"/>
            <a:ext cx="319599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Bilingual Evaluation Understudy</a:t>
            </a:r>
            <a:endParaRPr b="0" i="0" sz="1750" u="none" cap="none" strike="noStrike"/>
          </a:p>
        </p:txBody>
      </p:sp>
      <p:sp>
        <p:nvSpPr>
          <p:cNvPr id="2617" name="Google Shape;2617;p84"/>
          <p:cNvSpPr/>
          <p:nvPr/>
        </p:nvSpPr>
        <p:spPr>
          <a:xfrm>
            <a:off x="6514624" y="3747016"/>
            <a:ext cx="31959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Compara n-gramas con traducciones de referencia</a:t>
            </a:r>
            <a:endParaRPr b="0" i="0" sz="1750" u="none" cap="none" strike="noStrike"/>
          </a:p>
        </p:txBody>
      </p:sp>
      <p:sp>
        <p:nvSpPr>
          <p:cNvPr id="2618" name="Google Shape;2618;p84"/>
          <p:cNvSpPr/>
          <p:nvPr/>
        </p:nvSpPr>
        <p:spPr>
          <a:xfrm>
            <a:off x="10171867" y="2523172"/>
            <a:ext cx="3664863" cy="2184083"/>
          </a:xfrm>
          <a:prstGeom prst="roundRect">
            <a:avLst>
              <a:gd fmla="val 9347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84"/>
          <p:cNvSpPr/>
          <p:nvPr/>
        </p:nvSpPr>
        <p:spPr>
          <a:xfrm>
            <a:off x="10406301" y="27576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Limitaciones</a:t>
            </a:r>
            <a:endParaRPr b="0" i="0" sz="2200" u="none" cap="none" strike="noStrike"/>
          </a:p>
        </p:txBody>
      </p:sp>
      <p:sp>
        <p:nvSpPr>
          <p:cNvPr id="2620" name="Google Shape;2620;p84"/>
          <p:cNvSpPr/>
          <p:nvPr/>
        </p:nvSpPr>
        <p:spPr>
          <a:xfrm>
            <a:off x="10406301" y="3248025"/>
            <a:ext cx="319599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Dificultad con frases largas</a:t>
            </a:r>
            <a:endParaRPr b="0" i="0" sz="1750" u="none" cap="none" strike="noStrike"/>
          </a:p>
        </p:txBody>
      </p:sp>
      <p:sp>
        <p:nvSpPr>
          <p:cNvPr id="2621" name="Google Shape;2621;p84"/>
          <p:cNvSpPr/>
          <p:nvPr/>
        </p:nvSpPr>
        <p:spPr>
          <a:xfrm>
            <a:off x="10406301" y="3747016"/>
            <a:ext cx="319599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Problemas con ambigüedad léxica</a:t>
            </a:r>
            <a:endParaRPr b="0" i="0" sz="1750" u="none" cap="none" strike="noStrike"/>
          </a:p>
        </p:txBody>
      </p:sp>
      <p:sp>
        <p:nvSpPr>
          <p:cNvPr id="2622" name="Google Shape;2622;p84"/>
          <p:cNvSpPr/>
          <p:nvPr/>
        </p:nvSpPr>
        <p:spPr>
          <a:xfrm>
            <a:off x="6280190" y="4934069"/>
            <a:ext cx="7556421" cy="1821180"/>
          </a:xfrm>
          <a:prstGeom prst="roundRect">
            <a:avLst>
              <a:gd fmla="val 11210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84"/>
          <p:cNvSpPr/>
          <p:nvPr/>
        </p:nvSpPr>
        <p:spPr>
          <a:xfrm>
            <a:off x="6514624" y="51685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Evaluación humana</a:t>
            </a:r>
            <a:endParaRPr b="0" i="0" sz="2200" u="none" cap="none" strike="noStrike"/>
          </a:p>
        </p:txBody>
      </p:sp>
      <p:sp>
        <p:nvSpPr>
          <p:cNvPr id="2624" name="Google Shape;2624;p84"/>
          <p:cNvSpPr/>
          <p:nvPr/>
        </p:nvSpPr>
        <p:spPr>
          <a:xfrm>
            <a:off x="6514624" y="5658922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Necesaria para calidad real</a:t>
            </a:r>
            <a:endParaRPr b="0" i="0" sz="1750" u="none" cap="none" strike="noStrike"/>
          </a:p>
        </p:txBody>
      </p:sp>
      <p:sp>
        <p:nvSpPr>
          <p:cNvPr id="2625" name="Google Shape;2625;p84"/>
          <p:cNvSpPr/>
          <p:nvPr/>
        </p:nvSpPr>
        <p:spPr>
          <a:xfrm>
            <a:off x="6514624" y="6157913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Costosa pero más precisa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31" name="Google Shape;263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2" name="Google Shape;2632;p85"/>
          <p:cNvSpPr/>
          <p:nvPr/>
        </p:nvSpPr>
        <p:spPr>
          <a:xfrm>
            <a:off x="6280190" y="1450300"/>
            <a:ext cx="71614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Comparación SMT vs RBMT</a:t>
            </a:r>
            <a:endParaRPr b="0" i="0" sz="4450" u="none" cap="none" strike="noStrike"/>
          </a:p>
        </p:txBody>
      </p:sp>
      <p:sp>
        <p:nvSpPr>
          <p:cNvPr id="2633" name="Google Shape;2633;p85"/>
          <p:cNvSpPr/>
          <p:nvPr/>
        </p:nvSpPr>
        <p:spPr>
          <a:xfrm>
            <a:off x="6280190" y="2499241"/>
            <a:ext cx="7556421" cy="4280059"/>
          </a:xfrm>
          <a:prstGeom prst="roundRect">
            <a:avLst>
              <a:gd fmla="val 477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85"/>
          <p:cNvSpPr/>
          <p:nvPr/>
        </p:nvSpPr>
        <p:spPr>
          <a:xfrm>
            <a:off x="6287810" y="2506861"/>
            <a:ext cx="7540347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85"/>
          <p:cNvSpPr/>
          <p:nvPr/>
        </p:nvSpPr>
        <p:spPr>
          <a:xfrm>
            <a:off x="6515457" y="2650569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Aspecto</a:t>
            </a:r>
            <a:endParaRPr b="0" i="0" sz="1750" u="none" cap="none" strike="noStrike"/>
          </a:p>
        </p:txBody>
      </p:sp>
      <p:sp>
        <p:nvSpPr>
          <p:cNvPr id="2636" name="Google Shape;2636;p85"/>
          <p:cNvSpPr/>
          <p:nvPr/>
        </p:nvSpPr>
        <p:spPr>
          <a:xfrm>
            <a:off x="9032438" y="2650569"/>
            <a:ext cx="205192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RBMT</a:t>
            </a:r>
            <a:endParaRPr b="0" i="0" sz="1750" u="none" cap="none" strike="noStrike"/>
          </a:p>
        </p:txBody>
      </p:sp>
      <p:sp>
        <p:nvSpPr>
          <p:cNvPr id="2637" name="Google Shape;2637;p85"/>
          <p:cNvSpPr/>
          <p:nvPr/>
        </p:nvSpPr>
        <p:spPr>
          <a:xfrm>
            <a:off x="11545610" y="2650569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SMT</a:t>
            </a:r>
            <a:endParaRPr b="0" i="0" sz="1750" u="none" cap="none" strike="noStrike"/>
          </a:p>
        </p:txBody>
      </p:sp>
      <p:sp>
        <p:nvSpPr>
          <p:cNvPr id="2638" name="Google Shape;2638;p85"/>
          <p:cNvSpPr/>
          <p:nvPr/>
        </p:nvSpPr>
        <p:spPr>
          <a:xfrm>
            <a:off x="6287810" y="3157180"/>
            <a:ext cx="7540347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85"/>
          <p:cNvSpPr/>
          <p:nvPr/>
        </p:nvSpPr>
        <p:spPr>
          <a:xfrm>
            <a:off x="6515457" y="3300889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Datos necesarios</a:t>
            </a:r>
            <a:endParaRPr b="0" i="0" sz="1750" u="none" cap="none" strike="noStrike"/>
          </a:p>
        </p:txBody>
      </p:sp>
      <p:sp>
        <p:nvSpPr>
          <p:cNvPr id="2640" name="Google Shape;2640;p85"/>
          <p:cNvSpPr/>
          <p:nvPr/>
        </p:nvSpPr>
        <p:spPr>
          <a:xfrm>
            <a:off x="9032438" y="3300889"/>
            <a:ext cx="205192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Reglas lingüísticas</a:t>
            </a:r>
            <a:endParaRPr b="0" i="0" sz="1750" u="none" cap="none" strike="noStrike"/>
          </a:p>
        </p:txBody>
      </p:sp>
      <p:sp>
        <p:nvSpPr>
          <p:cNvPr id="2641" name="Google Shape;2641;p85"/>
          <p:cNvSpPr/>
          <p:nvPr/>
        </p:nvSpPr>
        <p:spPr>
          <a:xfrm>
            <a:off x="11545610" y="3300889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Corpus paralelo</a:t>
            </a:r>
            <a:endParaRPr b="0" i="0" sz="1750" u="none" cap="none" strike="noStrike"/>
          </a:p>
        </p:txBody>
      </p:sp>
      <p:sp>
        <p:nvSpPr>
          <p:cNvPr id="2642" name="Google Shape;2642;p85"/>
          <p:cNvSpPr/>
          <p:nvPr/>
        </p:nvSpPr>
        <p:spPr>
          <a:xfrm>
            <a:off x="6287810" y="3807500"/>
            <a:ext cx="7540347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85"/>
          <p:cNvSpPr/>
          <p:nvPr/>
        </p:nvSpPr>
        <p:spPr>
          <a:xfrm>
            <a:off x="6515457" y="3951208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Mantenimiento</a:t>
            </a:r>
            <a:endParaRPr b="0" i="0" sz="1750" u="none" cap="none" strike="noStrike"/>
          </a:p>
        </p:txBody>
      </p:sp>
      <p:sp>
        <p:nvSpPr>
          <p:cNvPr id="2644" name="Google Shape;2644;p85"/>
          <p:cNvSpPr/>
          <p:nvPr/>
        </p:nvSpPr>
        <p:spPr>
          <a:xfrm>
            <a:off x="9032438" y="3951208"/>
            <a:ext cx="205192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Manual, costoso</a:t>
            </a:r>
            <a:endParaRPr b="0" i="0" sz="1750" u="none" cap="none" strike="noStrike"/>
          </a:p>
        </p:txBody>
      </p:sp>
      <p:sp>
        <p:nvSpPr>
          <p:cNvPr id="2645" name="Google Shape;2645;p85"/>
          <p:cNvSpPr/>
          <p:nvPr/>
        </p:nvSpPr>
        <p:spPr>
          <a:xfrm>
            <a:off x="11545610" y="3951208"/>
            <a:ext cx="205573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Automático con más datos</a:t>
            </a:r>
            <a:endParaRPr b="0" i="0" sz="1750" u="none" cap="none" strike="noStrike"/>
          </a:p>
        </p:txBody>
      </p:sp>
      <p:sp>
        <p:nvSpPr>
          <p:cNvPr id="2646" name="Google Shape;2646;p85"/>
          <p:cNvSpPr/>
          <p:nvPr/>
        </p:nvSpPr>
        <p:spPr>
          <a:xfrm>
            <a:off x="6287810" y="4820722"/>
            <a:ext cx="7540347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85"/>
          <p:cNvSpPr/>
          <p:nvPr/>
        </p:nvSpPr>
        <p:spPr>
          <a:xfrm>
            <a:off x="6515457" y="4964430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Precisión gramatical</a:t>
            </a:r>
            <a:endParaRPr b="0" i="0" sz="1750" u="none" cap="none" strike="noStrike"/>
          </a:p>
        </p:txBody>
      </p:sp>
      <p:sp>
        <p:nvSpPr>
          <p:cNvPr id="2648" name="Google Shape;2648;p85"/>
          <p:cNvSpPr/>
          <p:nvPr/>
        </p:nvSpPr>
        <p:spPr>
          <a:xfrm>
            <a:off x="9032438" y="4964430"/>
            <a:ext cx="205192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Alta</a:t>
            </a:r>
            <a:endParaRPr b="0" i="0" sz="1750" u="none" cap="none" strike="noStrike"/>
          </a:p>
        </p:txBody>
      </p:sp>
      <p:sp>
        <p:nvSpPr>
          <p:cNvPr id="2649" name="Google Shape;2649;p85"/>
          <p:cNvSpPr/>
          <p:nvPr/>
        </p:nvSpPr>
        <p:spPr>
          <a:xfrm>
            <a:off x="11545610" y="4964430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Variable</a:t>
            </a:r>
            <a:endParaRPr b="0" i="0" sz="1750" u="none" cap="none" strike="noStrike"/>
          </a:p>
        </p:txBody>
      </p:sp>
      <p:sp>
        <p:nvSpPr>
          <p:cNvPr id="2650" name="Google Shape;2650;p85"/>
          <p:cNvSpPr/>
          <p:nvPr/>
        </p:nvSpPr>
        <p:spPr>
          <a:xfrm>
            <a:off x="6287810" y="5471041"/>
            <a:ext cx="7540347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85"/>
          <p:cNvSpPr/>
          <p:nvPr/>
        </p:nvSpPr>
        <p:spPr>
          <a:xfrm>
            <a:off x="6515457" y="5614749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Fluidez</a:t>
            </a:r>
            <a:endParaRPr b="0" i="0" sz="1750" u="none" cap="none" strike="noStrike"/>
          </a:p>
        </p:txBody>
      </p:sp>
      <p:sp>
        <p:nvSpPr>
          <p:cNvPr id="2652" name="Google Shape;2652;p85"/>
          <p:cNvSpPr/>
          <p:nvPr/>
        </p:nvSpPr>
        <p:spPr>
          <a:xfrm>
            <a:off x="9032438" y="5614749"/>
            <a:ext cx="205192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Baja</a:t>
            </a:r>
            <a:endParaRPr b="0" i="0" sz="1750" u="none" cap="none" strike="noStrike"/>
          </a:p>
        </p:txBody>
      </p:sp>
      <p:sp>
        <p:nvSpPr>
          <p:cNvPr id="2653" name="Google Shape;2653;p85"/>
          <p:cNvSpPr/>
          <p:nvPr/>
        </p:nvSpPr>
        <p:spPr>
          <a:xfrm>
            <a:off x="11545610" y="5614749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Media</a:t>
            </a:r>
            <a:endParaRPr b="0" i="0" sz="1750" u="none" cap="none" strike="noStrike"/>
          </a:p>
        </p:txBody>
      </p:sp>
      <p:sp>
        <p:nvSpPr>
          <p:cNvPr id="2654" name="Google Shape;2654;p85"/>
          <p:cNvSpPr/>
          <p:nvPr/>
        </p:nvSpPr>
        <p:spPr>
          <a:xfrm>
            <a:off x="6287810" y="6121360"/>
            <a:ext cx="7540347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85"/>
          <p:cNvSpPr/>
          <p:nvPr/>
        </p:nvSpPr>
        <p:spPr>
          <a:xfrm>
            <a:off x="6515457" y="6265069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Escalabilidad</a:t>
            </a:r>
            <a:endParaRPr b="0" i="0" sz="1750" u="none" cap="none" strike="noStrike"/>
          </a:p>
        </p:txBody>
      </p:sp>
      <p:sp>
        <p:nvSpPr>
          <p:cNvPr id="2656" name="Google Shape;2656;p85"/>
          <p:cNvSpPr/>
          <p:nvPr/>
        </p:nvSpPr>
        <p:spPr>
          <a:xfrm>
            <a:off x="9032438" y="6265069"/>
            <a:ext cx="205192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Difícil</a:t>
            </a:r>
            <a:endParaRPr b="0" i="0" sz="1750" u="none" cap="none" strike="noStrike"/>
          </a:p>
        </p:txBody>
      </p:sp>
      <p:sp>
        <p:nvSpPr>
          <p:cNvPr id="2657" name="Google Shape;2657;p85"/>
          <p:cNvSpPr/>
          <p:nvPr/>
        </p:nvSpPr>
        <p:spPr>
          <a:xfrm>
            <a:off x="11545610" y="6265069"/>
            <a:ext cx="205573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Buena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3" name="Google Shape;266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4" name="Google Shape;2664;p86"/>
          <p:cNvSpPr/>
          <p:nvPr/>
        </p:nvSpPr>
        <p:spPr>
          <a:xfrm>
            <a:off x="793790" y="207371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Introducción a NMT</a:t>
            </a:r>
            <a:endParaRPr b="0" i="0" sz="4450" u="none" cap="none" strike="noStrike"/>
          </a:p>
        </p:txBody>
      </p:sp>
      <p:sp>
        <p:nvSpPr>
          <p:cNvPr id="2665" name="Google Shape;2665;p86"/>
          <p:cNvSpPr/>
          <p:nvPr/>
        </p:nvSpPr>
        <p:spPr>
          <a:xfrm>
            <a:off x="793790" y="3122652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6" name="Google Shape;2666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316515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86"/>
          <p:cNvSpPr/>
          <p:nvPr/>
        </p:nvSpPr>
        <p:spPr>
          <a:xfrm>
            <a:off x="1530906" y="32005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Cambio de paradigma</a:t>
            </a:r>
            <a:endParaRPr b="0" i="0" sz="2200" u="none" cap="none" strike="noStrike"/>
          </a:p>
        </p:txBody>
      </p:sp>
      <p:sp>
        <p:nvSpPr>
          <p:cNvPr id="2668" name="Google Shape;2668;p86"/>
          <p:cNvSpPr/>
          <p:nvPr/>
        </p:nvSpPr>
        <p:spPr>
          <a:xfrm>
            <a:off x="1530906" y="3690938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Redes neuronales en lugar de estadísticas</a:t>
            </a:r>
            <a:endParaRPr b="0" i="0" sz="1750" u="none" cap="none" strike="noStrike"/>
          </a:p>
        </p:txBody>
      </p:sp>
      <p:sp>
        <p:nvSpPr>
          <p:cNvPr id="2669" name="Google Shape;2669;p86"/>
          <p:cNvSpPr/>
          <p:nvPr/>
        </p:nvSpPr>
        <p:spPr>
          <a:xfrm>
            <a:off x="4713803" y="3122652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0" name="Google Shape;2670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8874" y="316515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71" name="Google Shape;2671;p86"/>
          <p:cNvSpPr/>
          <p:nvPr/>
        </p:nvSpPr>
        <p:spPr>
          <a:xfrm>
            <a:off x="5450919" y="3200519"/>
            <a:ext cx="28994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Aprendizaje end-to-end</a:t>
            </a:r>
            <a:endParaRPr b="0" i="0" sz="2200" u="none" cap="none" strike="noStrike"/>
          </a:p>
        </p:txBody>
      </p:sp>
      <p:sp>
        <p:nvSpPr>
          <p:cNvPr id="2672" name="Google Shape;2672;p86"/>
          <p:cNvSpPr/>
          <p:nvPr/>
        </p:nvSpPr>
        <p:spPr>
          <a:xfrm>
            <a:off x="5450919" y="4045268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Sistema completo entrenado conjuntamente</a:t>
            </a:r>
            <a:endParaRPr b="0" i="0" sz="1750" u="none" cap="none" strike="noStrike"/>
          </a:p>
        </p:txBody>
      </p:sp>
      <p:sp>
        <p:nvSpPr>
          <p:cNvPr id="2673" name="Google Shape;2673;p86"/>
          <p:cNvSpPr/>
          <p:nvPr/>
        </p:nvSpPr>
        <p:spPr>
          <a:xfrm>
            <a:off x="793790" y="5224701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4" name="Google Shape;2674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860" y="526720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75" name="Google Shape;2675;p86"/>
          <p:cNvSpPr/>
          <p:nvPr/>
        </p:nvSpPr>
        <p:spPr>
          <a:xfrm>
            <a:off x="1530906" y="53025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Mejora cualitativa</a:t>
            </a:r>
            <a:endParaRPr b="0" i="0" sz="2200" u="none" cap="none" strike="noStrike"/>
          </a:p>
        </p:txBody>
      </p:sp>
      <p:sp>
        <p:nvSpPr>
          <p:cNvPr id="2676" name="Google Shape;2676;p86"/>
          <p:cNvSpPr/>
          <p:nvPr/>
        </p:nvSpPr>
        <p:spPr>
          <a:xfrm>
            <a:off x="1530906" y="579298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Traducciones más naturales y fluidas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82" name="Google Shape;268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3" name="Google Shape;2683;p87"/>
          <p:cNvSpPr/>
          <p:nvPr/>
        </p:nvSpPr>
        <p:spPr>
          <a:xfrm>
            <a:off x="773073" y="953453"/>
            <a:ext cx="7504748" cy="690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300"/>
              <a:buFont typeface="Heebo"/>
              <a:buNone/>
            </a:pPr>
            <a:r>
              <a:rPr b="1" i="0" lang="en-US" sz="43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Arquitectura encoder-decoder</a:t>
            </a:r>
            <a:endParaRPr b="0" i="0" sz="4300" u="none" cap="none" strike="noStrike"/>
          </a:p>
        </p:txBody>
      </p:sp>
      <p:pic>
        <p:nvPicPr>
          <p:cNvPr descr="preencoded.png" id="2684" name="Google Shape;268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073" y="1974890"/>
            <a:ext cx="1104424" cy="1325285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87"/>
          <p:cNvSpPr/>
          <p:nvPr/>
        </p:nvSpPr>
        <p:spPr>
          <a:xfrm>
            <a:off x="2208728" y="2195751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50"/>
              <a:buFont typeface="Heebo"/>
              <a:buNone/>
            </a:pPr>
            <a:r>
              <a:rPr b="1" i="0" lang="en-US" sz="21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Texto fuente</a:t>
            </a:r>
            <a:endParaRPr b="0" i="0" sz="2150" u="none" cap="none" strike="noStrike"/>
          </a:p>
        </p:txBody>
      </p:sp>
      <p:sp>
        <p:nvSpPr>
          <p:cNvPr id="2686" name="Google Shape;2686;p87"/>
          <p:cNvSpPr/>
          <p:nvPr/>
        </p:nvSpPr>
        <p:spPr>
          <a:xfrm>
            <a:off x="2208728" y="2673310"/>
            <a:ext cx="6162199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00"/>
              <a:buFont typeface="Catamaran"/>
              <a:buNone/>
            </a:pPr>
            <a:r>
              <a:rPr b="0" i="0" lang="en-US" sz="17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Entrada en idioma original</a:t>
            </a:r>
            <a:endParaRPr b="0" i="0" sz="1700" u="none" cap="none" strike="noStrike"/>
          </a:p>
        </p:txBody>
      </p:sp>
      <p:pic>
        <p:nvPicPr>
          <p:cNvPr descr="preencoded.png" id="2687" name="Google Shape;2687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073" y="3300174"/>
            <a:ext cx="1104424" cy="1325285"/>
          </a:xfrm>
          <a:prstGeom prst="rect">
            <a:avLst/>
          </a:prstGeom>
          <a:noFill/>
          <a:ln>
            <a:noFill/>
          </a:ln>
        </p:spPr>
      </p:pic>
      <p:sp>
        <p:nvSpPr>
          <p:cNvPr id="2688" name="Google Shape;2688;p87"/>
          <p:cNvSpPr/>
          <p:nvPr/>
        </p:nvSpPr>
        <p:spPr>
          <a:xfrm>
            <a:off x="2208728" y="3521035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50"/>
              <a:buFont typeface="Heebo"/>
              <a:buNone/>
            </a:pPr>
            <a:r>
              <a:rPr b="1" i="0" lang="en-US" sz="21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Encoder</a:t>
            </a:r>
            <a:endParaRPr b="0" i="0" sz="2150" u="none" cap="none" strike="noStrike"/>
          </a:p>
        </p:txBody>
      </p:sp>
      <p:sp>
        <p:nvSpPr>
          <p:cNvPr id="2689" name="Google Shape;2689;p87"/>
          <p:cNvSpPr/>
          <p:nvPr/>
        </p:nvSpPr>
        <p:spPr>
          <a:xfrm>
            <a:off x="2208728" y="3998595"/>
            <a:ext cx="6162199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00"/>
              <a:buFont typeface="Catamaran"/>
              <a:buNone/>
            </a:pPr>
            <a:r>
              <a:rPr b="0" i="0" lang="en-US" sz="17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Codifica significado en vectores</a:t>
            </a:r>
            <a:endParaRPr b="0" i="0" sz="1700" u="none" cap="none" strike="noStrike"/>
          </a:p>
        </p:txBody>
      </p:sp>
      <p:pic>
        <p:nvPicPr>
          <p:cNvPr descr="preencoded.png" id="2690" name="Google Shape;2690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073" y="4625459"/>
            <a:ext cx="1104424" cy="1325285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87"/>
          <p:cNvSpPr/>
          <p:nvPr/>
        </p:nvSpPr>
        <p:spPr>
          <a:xfrm>
            <a:off x="2208728" y="4846320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50"/>
              <a:buFont typeface="Heebo"/>
              <a:buNone/>
            </a:pPr>
            <a:r>
              <a:rPr b="1" i="0" lang="en-US" sz="21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Decoder</a:t>
            </a:r>
            <a:endParaRPr b="0" i="0" sz="2150" u="none" cap="none" strike="noStrike"/>
          </a:p>
        </p:txBody>
      </p:sp>
      <p:sp>
        <p:nvSpPr>
          <p:cNvPr id="2692" name="Google Shape;2692;p87"/>
          <p:cNvSpPr/>
          <p:nvPr/>
        </p:nvSpPr>
        <p:spPr>
          <a:xfrm>
            <a:off x="2208728" y="5323880"/>
            <a:ext cx="6162199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00"/>
              <a:buFont typeface="Catamaran"/>
              <a:buNone/>
            </a:pPr>
            <a:r>
              <a:rPr b="0" i="0" lang="en-US" sz="17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Genera texto en idioma destino</a:t>
            </a:r>
            <a:endParaRPr b="0" i="0" sz="1700" u="none" cap="none" strike="noStrike"/>
          </a:p>
        </p:txBody>
      </p:sp>
      <p:pic>
        <p:nvPicPr>
          <p:cNvPr descr="preencoded.png" id="2693" name="Google Shape;2693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3073" y="5950744"/>
            <a:ext cx="1104424" cy="1325285"/>
          </a:xfrm>
          <a:prstGeom prst="rect">
            <a:avLst/>
          </a:prstGeom>
          <a:noFill/>
          <a:ln>
            <a:noFill/>
          </a:ln>
        </p:spPr>
      </p:pic>
      <p:sp>
        <p:nvSpPr>
          <p:cNvPr id="2694" name="Google Shape;2694;p87"/>
          <p:cNvSpPr/>
          <p:nvPr/>
        </p:nvSpPr>
        <p:spPr>
          <a:xfrm>
            <a:off x="2208728" y="6171605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50"/>
              <a:buFont typeface="Heebo"/>
              <a:buNone/>
            </a:pPr>
            <a:r>
              <a:rPr b="1" i="0" lang="en-US" sz="21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Texto traducido</a:t>
            </a:r>
            <a:endParaRPr b="0" i="0" sz="2150" u="none" cap="none" strike="noStrike"/>
          </a:p>
        </p:txBody>
      </p:sp>
      <p:sp>
        <p:nvSpPr>
          <p:cNvPr id="2695" name="Google Shape;2695;p87"/>
          <p:cNvSpPr/>
          <p:nvPr/>
        </p:nvSpPr>
        <p:spPr>
          <a:xfrm>
            <a:off x="2208728" y="6649164"/>
            <a:ext cx="6162199" cy="353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00"/>
              <a:buFont typeface="Catamaran"/>
              <a:buNone/>
            </a:pPr>
            <a:r>
              <a:rPr b="0" i="0" lang="en-US" sz="17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Salida en idioma destino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88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RNN y LSTM en NMT</a:t>
            </a:r>
            <a:endParaRPr b="0" i="0" sz="4450" u="none" cap="none" strike="noStrike"/>
          </a:p>
        </p:txBody>
      </p:sp>
      <p:sp>
        <p:nvSpPr>
          <p:cNvPr id="2702" name="Google Shape;2702;p88"/>
          <p:cNvSpPr/>
          <p:nvPr/>
        </p:nvSpPr>
        <p:spPr>
          <a:xfrm>
            <a:off x="793790" y="3798808"/>
            <a:ext cx="285154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Ventajas frente a SMT</a:t>
            </a:r>
            <a:endParaRPr b="0" i="0" sz="2200" u="none" cap="none" strike="noStrike"/>
          </a:p>
        </p:txBody>
      </p:sp>
      <p:sp>
        <p:nvSpPr>
          <p:cNvPr id="2703" name="Google Shape;2703;p88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Mejor captura de contexto</a:t>
            </a:r>
            <a:endParaRPr b="0" i="0" sz="1750" u="none" cap="none" strike="noStrike"/>
          </a:p>
        </p:txBody>
      </p:sp>
      <p:sp>
        <p:nvSpPr>
          <p:cNvPr id="2704" name="Google Shape;2704;p88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Mayor fluidez</a:t>
            </a:r>
            <a:endParaRPr b="0" i="0" sz="1750" u="none" cap="none" strike="noStrike"/>
          </a:p>
        </p:txBody>
      </p:sp>
      <p:sp>
        <p:nvSpPr>
          <p:cNvPr id="2705" name="Google Shape;2705;p88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Representación continua</a:t>
            </a:r>
            <a:endParaRPr b="0" i="0" sz="1750" u="none" cap="none" strike="noStrike"/>
          </a:p>
        </p:txBody>
      </p:sp>
      <p:sp>
        <p:nvSpPr>
          <p:cNvPr id="2706" name="Google Shape;2706;p88"/>
          <p:cNvSpPr/>
          <p:nvPr/>
        </p:nvSpPr>
        <p:spPr>
          <a:xfrm>
            <a:off x="7599521" y="3798808"/>
            <a:ext cx="428565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Problemas con secuencias largas</a:t>
            </a:r>
            <a:endParaRPr b="0" i="0" sz="2200" u="none" cap="none" strike="noStrike"/>
          </a:p>
        </p:txBody>
      </p:sp>
      <p:sp>
        <p:nvSpPr>
          <p:cNvPr id="2707" name="Google Shape;2707;p88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Desvanecimiento del gradiente</a:t>
            </a:r>
            <a:endParaRPr b="0" i="0" sz="1750" u="none" cap="none" strike="noStrike"/>
          </a:p>
        </p:txBody>
      </p:sp>
      <p:sp>
        <p:nvSpPr>
          <p:cNvPr id="2708" name="Google Shape;2708;p88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Pérdida de contexto distante</a:t>
            </a:r>
            <a:endParaRPr b="0" i="0" sz="1750" u="none" cap="none" strike="noStrike"/>
          </a:p>
        </p:txBody>
      </p:sp>
      <p:sp>
        <p:nvSpPr>
          <p:cNvPr id="2709" name="Google Shape;2709;p88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Limitaciones de memoria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4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p89"/>
          <p:cNvSpPr/>
          <p:nvPr/>
        </p:nvSpPr>
        <p:spPr>
          <a:xfrm>
            <a:off x="793790" y="134862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Atención en NMT</a:t>
            </a:r>
            <a:endParaRPr b="0" i="0" sz="4450" u="none" cap="none" strike="noStrike"/>
          </a:p>
        </p:txBody>
      </p:sp>
      <p:sp>
        <p:nvSpPr>
          <p:cNvPr id="2716" name="Google Shape;2716;p89"/>
          <p:cNvSpPr/>
          <p:nvPr/>
        </p:nvSpPr>
        <p:spPr>
          <a:xfrm>
            <a:off x="793790" y="2652713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7" name="Google Shape;2717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269521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p89"/>
          <p:cNvSpPr/>
          <p:nvPr/>
        </p:nvSpPr>
        <p:spPr>
          <a:xfrm>
            <a:off x="1530906" y="27305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Problema</a:t>
            </a:r>
            <a:endParaRPr b="0" i="0" sz="2200" u="none" cap="none" strike="noStrike"/>
          </a:p>
        </p:txBody>
      </p:sp>
      <p:sp>
        <p:nvSpPr>
          <p:cNvPr id="2719" name="Google Shape;2719;p89"/>
          <p:cNvSpPr/>
          <p:nvPr/>
        </p:nvSpPr>
        <p:spPr>
          <a:xfrm>
            <a:off x="1530906" y="3311723"/>
            <a:ext cx="55075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Cuello de </a:t>
            </a: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botella en información</a:t>
            </a:r>
            <a:endParaRPr b="0" i="0" sz="1750" u="none" cap="none" strike="noStrike"/>
          </a:p>
        </p:txBody>
      </p:sp>
      <p:sp>
        <p:nvSpPr>
          <p:cNvPr id="2720" name="Google Shape;2720;p89"/>
          <p:cNvSpPr/>
          <p:nvPr/>
        </p:nvSpPr>
        <p:spPr>
          <a:xfrm>
            <a:off x="793790" y="4128254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1" name="Google Shape;2721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4170759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22" name="Google Shape;2722;p89"/>
          <p:cNvSpPr/>
          <p:nvPr/>
        </p:nvSpPr>
        <p:spPr>
          <a:xfrm>
            <a:off x="1530906" y="420612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Solución</a:t>
            </a:r>
            <a:endParaRPr b="0" i="0" sz="2200" u="none" cap="none" strike="noStrike"/>
          </a:p>
        </p:txBody>
      </p:sp>
      <p:sp>
        <p:nvSpPr>
          <p:cNvPr id="2723" name="Google Shape;2723;p89"/>
          <p:cNvSpPr/>
          <p:nvPr/>
        </p:nvSpPr>
        <p:spPr>
          <a:xfrm>
            <a:off x="1530906" y="4787265"/>
            <a:ext cx="55075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Mecanismo de atención</a:t>
            </a:r>
            <a:endParaRPr b="0" i="0" sz="1750" u="none" cap="none" strike="noStrike"/>
          </a:p>
        </p:txBody>
      </p:sp>
      <p:sp>
        <p:nvSpPr>
          <p:cNvPr id="2724" name="Google Shape;2724;p89"/>
          <p:cNvSpPr/>
          <p:nvPr/>
        </p:nvSpPr>
        <p:spPr>
          <a:xfrm>
            <a:off x="793790" y="5603796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5" name="Google Shape;2725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564630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26" name="Google Shape;2726;p89"/>
          <p:cNvSpPr/>
          <p:nvPr/>
        </p:nvSpPr>
        <p:spPr>
          <a:xfrm>
            <a:off x="1530906" y="56816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Funcionamiento</a:t>
            </a:r>
            <a:endParaRPr b="0" i="0" sz="2200" u="none" cap="none" strike="noStrike"/>
          </a:p>
        </p:txBody>
      </p:sp>
      <p:sp>
        <p:nvSpPr>
          <p:cNvPr id="2727" name="Google Shape;2727;p89"/>
          <p:cNvSpPr/>
          <p:nvPr/>
        </p:nvSpPr>
        <p:spPr>
          <a:xfrm>
            <a:off x="1530906" y="6262807"/>
            <a:ext cx="55075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Conexión directa</a:t>
            </a: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encoder-decoder</a:t>
            </a:r>
            <a:endParaRPr b="0" i="0" sz="1750" u="none" cap="none" strike="noStrike"/>
          </a:p>
        </p:txBody>
      </p:sp>
      <p:sp>
        <p:nvSpPr>
          <p:cNvPr id="2728" name="Google Shape;2728;p89"/>
          <p:cNvSpPr/>
          <p:nvPr/>
        </p:nvSpPr>
        <p:spPr>
          <a:xfrm>
            <a:off x="7599521" y="2624376"/>
            <a:ext cx="403479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Mecanismo de atención en NLP</a:t>
            </a:r>
            <a:endParaRPr b="0" i="0" sz="2200" u="none" cap="none" strike="noStrike"/>
          </a:p>
        </p:txBody>
      </p:sp>
      <p:sp>
        <p:nvSpPr>
          <p:cNvPr id="2729" name="Google Shape;2729;p89"/>
          <p:cNvSpPr/>
          <p:nvPr/>
        </p:nvSpPr>
        <p:spPr>
          <a:xfrm>
            <a:off x="7599521" y="3205520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Sistema que permite al modelo </a:t>
            </a: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enfocarse en partes específicas</a:t>
            </a: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de la secuencia de entrada cuando genera cada palabra de salida.</a:t>
            </a:r>
            <a:endParaRPr b="0" i="0" sz="1750" u="none" cap="none" strike="noStrike"/>
          </a:p>
        </p:txBody>
      </p:sp>
      <p:sp>
        <p:nvSpPr>
          <p:cNvPr id="2730" name="Google Shape;2730;p89"/>
          <p:cNvSpPr/>
          <p:nvPr/>
        </p:nvSpPr>
        <p:spPr>
          <a:xfrm>
            <a:off x="7599521" y="4135398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Resuelve el problema de "</a:t>
            </a: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memoria limitada</a:t>
            </a: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" en secuencias largas al permitir </a:t>
            </a: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conexiones directas</a:t>
            </a: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entre estados del encoder y decoder.</a:t>
            </a:r>
            <a:endParaRPr b="0" i="0" sz="1750" u="none" cap="none" strike="noStrike"/>
          </a:p>
        </p:txBody>
      </p:sp>
      <p:sp>
        <p:nvSpPr>
          <p:cNvPr id="2731" name="Google Shape;2731;p89"/>
          <p:cNvSpPr/>
          <p:nvPr/>
        </p:nvSpPr>
        <p:spPr>
          <a:xfrm>
            <a:off x="7599521" y="5428178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Mejora </a:t>
            </a: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significativamente</a:t>
            </a: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la calidad de traducción al capturar </a:t>
            </a: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dependencias a larga distancia</a:t>
            </a: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y resolver </a:t>
            </a: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ambigüedades contextuales</a:t>
            </a: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6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37" name="Google Shape;273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8" name="Google Shape;2738;p90"/>
          <p:cNvSpPr/>
          <p:nvPr/>
        </p:nvSpPr>
        <p:spPr>
          <a:xfrm>
            <a:off x="790218" y="622340"/>
            <a:ext cx="7036832" cy="705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00"/>
              <a:buFont typeface="Heebo"/>
              <a:buNone/>
            </a:pPr>
            <a:r>
              <a:rPr b="1" i="0" lang="en-US" sz="44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Limitaciones de RNN/LSTM</a:t>
            </a:r>
            <a:endParaRPr b="0" i="0" sz="4400" u="none" cap="none" strike="noStrike"/>
          </a:p>
        </p:txBody>
      </p:sp>
      <p:sp>
        <p:nvSpPr>
          <p:cNvPr id="2739" name="Google Shape;2739;p90"/>
          <p:cNvSpPr/>
          <p:nvPr/>
        </p:nvSpPr>
        <p:spPr>
          <a:xfrm>
            <a:off x="790218" y="1666518"/>
            <a:ext cx="7563564" cy="1315879"/>
          </a:xfrm>
          <a:prstGeom prst="roundRect">
            <a:avLst>
              <a:gd fmla="val 15442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90"/>
          <p:cNvSpPr/>
          <p:nvPr/>
        </p:nvSpPr>
        <p:spPr>
          <a:xfrm>
            <a:off x="1023580" y="1899880"/>
            <a:ext cx="3354586" cy="352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Procesamiento secuencial</a:t>
            </a:r>
            <a:endParaRPr b="0" i="0" sz="2200" u="none" cap="none" strike="noStrike"/>
          </a:p>
        </p:txBody>
      </p:sp>
      <p:sp>
        <p:nvSpPr>
          <p:cNvPr id="2741" name="Google Shape;2741;p90"/>
          <p:cNvSpPr/>
          <p:nvPr/>
        </p:nvSpPr>
        <p:spPr>
          <a:xfrm>
            <a:off x="1023580" y="2387918"/>
            <a:ext cx="7096839" cy="3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Imposibilidad de paralelización</a:t>
            </a:r>
            <a:endParaRPr b="0" i="0" sz="1750" u="none" cap="none" strike="noStrike"/>
          </a:p>
        </p:txBody>
      </p:sp>
      <p:sp>
        <p:nvSpPr>
          <p:cNvPr id="2742" name="Google Shape;2742;p90"/>
          <p:cNvSpPr/>
          <p:nvPr/>
        </p:nvSpPr>
        <p:spPr>
          <a:xfrm>
            <a:off x="790218" y="3208139"/>
            <a:ext cx="7563564" cy="1315879"/>
          </a:xfrm>
          <a:prstGeom prst="roundRect">
            <a:avLst>
              <a:gd fmla="val 15442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90"/>
          <p:cNvSpPr/>
          <p:nvPr/>
        </p:nvSpPr>
        <p:spPr>
          <a:xfrm>
            <a:off x="1023580" y="3441502"/>
            <a:ext cx="3956566" cy="352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Dependencias a larga distancia</a:t>
            </a:r>
            <a:endParaRPr b="0" i="0" sz="2200" u="none" cap="none" strike="noStrike"/>
          </a:p>
        </p:txBody>
      </p:sp>
      <p:sp>
        <p:nvSpPr>
          <p:cNvPr id="2744" name="Google Shape;2744;p90"/>
          <p:cNvSpPr/>
          <p:nvPr/>
        </p:nvSpPr>
        <p:spPr>
          <a:xfrm>
            <a:off x="1023580" y="3929539"/>
            <a:ext cx="7096839" cy="3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Dificultad con contextos amplios</a:t>
            </a:r>
            <a:endParaRPr b="0" i="0" sz="1750" u="none" cap="none" strike="noStrike"/>
          </a:p>
        </p:txBody>
      </p:sp>
      <p:sp>
        <p:nvSpPr>
          <p:cNvPr id="2745" name="Google Shape;2745;p90"/>
          <p:cNvSpPr/>
          <p:nvPr/>
        </p:nvSpPr>
        <p:spPr>
          <a:xfrm>
            <a:off x="790218" y="4749760"/>
            <a:ext cx="7563564" cy="1315879"/>
          </a:xfrm>
          <a:prstGeom prst="roundRect">
            <a:avLst>
              <a:gd fmla="val 15442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90"/>
          <p:cNvSpPr/>
          <p:nvPr/>
        </p:nvSpPr>
        <p:spPr>
          <a:xfrm>
            <a:off x="1023580" y="4983123"/>
            <a:ext cx="2822258" cy="352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Cuellos de botella</a:t>
            </a:r>
            <a:endParaRPr b="0" i="0" sz="2200" u="none" cap="none" strike="noStrike"/>
          </a:p>
        </p:txBody>
      </p:sp>
      <p:sp>
        <p:nvSpPr>
          <p:cNvPr id="2747" name="Google Shape;2747;p90"/>
          <p:cNvSpPr/>
          <p:nvPr/>
        </p:nvSpPr>
        <p:spPr>
          <a:xfrm>
            <a:off x="1023580" y="5471160"/>
            <a:ext cx="7096839" cy="3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Vector fijo para toda la información</a:t>
            </a:r>
            <a:endParaRPr b="0" i="0" sz="1750" u="none" cap="none" strike="noStrike"/>
          </a:p>
        </p:txBody>
      </p:sp>
      <p:sp>
        <p:nvSpPr>
          <p:cNvPr id="2748" name="Google Shape;2748;p90"/>
          <p:cNvSpPr/>
          <p:nvPr/>
        </p:nvSpPr>
        <p:spPr>
          <a:xfrm>
            <a:off x="790218" y="6291382"/>
            <a:ext cx="7563564" cy="1315879"/>
          </a:xfrm>
          <a:prstGeom prst="roundRect">
            <a:avLst>
              <a:gd fmla="val 15442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90"/>
          <p:cNvSpPr/>
          <p:nvPr/>
        </p:nvSpPr>
        <p:spPr>
          <a:xfrm>
            <a:off x="1023580" y="6524744"/>
            <a:ext cx="2822258" cy="352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Entrenamiento</a:t>
            </a:r>
            <a:endParaRPr b="0" i="0" sz="2200" u="none" cap="none" strike="noStrike"/>
          </a:p>
        </p:txBody>
      </p:sp>
      <p:sp>
        <p:nvSpPr>
          <p:cNvPr id="2750" name="Google Shape;2750;p90"/>
          <p:cNvSpPr/>
          <p:nvPr/>
        </p:nvSpPr>
        <p:spPr>
          <a:xfrm>
            <a:off x="1023580" y="7012781"/>
            <a:ext cx="7096839" cy="3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Lento y computacionalmente costoso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56" name="Google Shape;275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7" name="Google Shape;2757;p91"/>
          <p:cNvSpPr/>
          <p:nvPr/>
        </p:nvSpPr>
        <p:spPr>
          <a:xfrm>
            <a:off x="793790" y="2073712"/>
            <a:ext cx="727245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Introducción a Transformers</a:t>
            </a:r>
            <a:endParaRPr b="0" i="0" sz="4450" u="none" cap="none" strike="noStrike"/>
          </a:p>
        </p:txBody>
      </p:sp>
      <p:sp>
        <p:nvSpPr>
          <p:cNvPr id="2758" name="Google Shape;2758;p91"/>
          <p:cNvSpPr/>
          <p:nvPr/>
        </p:nvSpPr>
        <p:spPr>
          <a:xfrm>
            <a:off x="793790" y="3122652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9" name="Google Shape;275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316515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60" name="Google Shape;2760;p91"/>
          <p:cNvSpPr/>
          <p:nvPr/>
        </p:nvSpPr>
        <p:spPr>
          <a:xfrm>
            <a:off x="1530906" y="3200519"/>
            <a:ext cx="28994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"Attention is All You Need"</a:t>
            </a:r>
            <a:endParaRPr b="0" i="0" sz="2200" u="none" cap="none" strike="noStrike"/>
          </a:p>
        </p:txBody>
      </p:sp>
      <p:sp>
        <p:nvSpPr>
          <p:cNvPr id="2761" name="Google Shape;2761;p91"/>
          <p:cNvSpPr/>
          <p:nvPr/>
        </p:nvSpPr>
        <p:spPr>
          <a:xfrm>
            <a:off x="1530906" y="4045268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Paper revolucionario de Google (2017)</a:t>
            </a:r>
            <a:endParaRPr b="0" i="0" sz="1750" u="none" cap="none" strike="noStrike"/>
          </a:p>
        </p:txBody>
      </p:sp>
      <p:sp>
        <p:nvSpPr>
          <p:cNvPr id="2762" name="Google Shape;2762;p91"/>
          <p:cNvSpPr/>
          <p:nvPr/>
        </p:nvSpPr>
        <p:spPr>
          <a:xfrm>
            <a:off x="4713803" y="3122652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3" name="Google Shape;2763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8874" y="316515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64" name="Google Shape;2764;p91"/>
          <p:cNvSpPr/>
          <p:nvPr/>
        </p:nvSpPr>
        <p:spPr>
          <a:xfrm>
            <a:off x="5450919" y="32005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Arquitectura paralela</a:t>
            </a:r>
            <a:endParaRPr b="0" i="0" sz="2200" u="none" cap="none" strike="noStrike"/>
          </a:p>
        </p:txBody>
      </p:sp>
      <p:sp>
        <p:nvSpPr>
          <p:cNvPr id="2765" name="Google Shape;2765;p91"/>
          <p:cNvSpPr/>
          <p:nvPr/>
        </p:nvSpPr>
        <p:spPr>
          <a:xfrm>
            <a:off x="5450919" y="3690938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Procesamiento simultáneo de toda la secuencia</a:t>
            </a:r>
            <a:endParaRPr b="0" i="0" sz="1750" u="none" cap="none" strike="noStrike"/>
          </a:p>
        </p:txBody>
      </p:sp>
      <p:sp>
        <p:nvSpPr>
          <p:cNvPr id="2766" name="Google Shape;2766;p91"/>
          <p:cNvSpPr/>
          <p:nvPr/>
        </p:nvSpPr>
        <p:spPr>
          <a:xfrm>
            <a:off x="793790" y="5224701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7" name="Google Shape;2767;p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860" y="526720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68" name="Google Shape;2768;p91"/>
          <p:cNvSpPr/>
          <p:nvPr/>
        </p:nvSpPr>
        <p:spPr>
          <a:xfrm>
            <a:off x="1530906" y="53025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Self-attention</a:t>
            </a:r>
            <a:endParaRPr b="0" i="0" sz="2200" u="none" cap="none" strike="noStrike"/>
          </a:p>
        </p:txBody>
      </p:sp>
      <p:sp>
        <p:nvSpPr>
          <p:cNvPr id="2769" name="Google Shape;2769;p91"/>
          <p:cNvSpPr/>
          <p:nvPr/>
        </p:nvSpPr>
        <p:spPr>
          <a:xfrm>
            <a:off x="1530906" y="579298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Relaciones entre todas las palabras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92"/>
          <p:cNvSpPr/>
          <p:nvPr/>
        </p:nvSpPr>
        <p:spPr>
          <a:xfrm>
            <a:off x="670203" y="526733"/>
            <a:ext cx="6575584" cy="59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3750"/>
              <a:buFont typeface="Heebo"/>
              <a:buNone/>
            </a:pPr>
            <a:r>
              <a:rPr b="1" i="0" lang="en-US" sz="37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Componentes del Transformer</a:t>
            </a:r>
            <a:endParaRPr b="0" i="0" sz="3750" u="none" cap="none" strike="noStrike"/>
          </a:p>
        </p:txBody>
      </p:sp>
      <p:sp>
        <p:nvSpPr>
          <p:cNvPr id="2776" name="Google Shape;2776;p92"/>
          <p:cNvSpPr/>
          <p:nvPr/>
        </p:nvSpPr>
        <p:spPr>
          <a:xfrm>
            <a:off x="670203" y="1508046"/>
            <a:ext cx="13289994" cy="61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00"/>
              <a:buFont typeface="Catamaran"/>
              <a:buNone/>
            </a:pP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Los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Transformers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revolucionaron la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traducción automática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utilizando un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mecanismo de atención paralelo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. La arquitectura procesa todas las palabras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simultáneamente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, estableciendo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conexiones directas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entre ellas sin importar su distancia en la secuencia.</a:t>
            </a:r>
            <a:endParaRPr b="0" i="0" sz="1500" u="none" cap="none" strike="noStrike"/>
          </a:p>
        </p:txBody>
      </p:sp>
      <p:pic>
        <p:nvPicPr>
          <p:cNvPr descr="preencoded.png" id="2777" name="Google Shape;277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6195" y="2335887"/>
            <a:ext cx="2192774" cy="1103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8" name="Google Shape;2778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7863" y="2855833"/>
            <a:ext cx="269200" cy="336590"/>
          </a:xfrm>
          <a:prstGeom prst="rect">
            <a:avLst/>
          </a:prstGeom>
          <a:noFill/>
          <a:ln>
            <a:noFill/>
          </a:ln>
        </p:spPr>
      </p:pic>
      <p:sp>
        <p:nvSpPr>
          <p:cNvPr id="2779" name="Google Shape;2779;p92"/>
          <p:cNvSpPr/>
          <p:nvPr/>
        </p:nvSpPr>
        <p:spPr>
          <a:xfrm>
            <a:off x="5280422" y="2527340"/>
            <a:ext cx="2075497" cy="29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850"/>
              <a:buFont typeface="Heebo"/>
              <a:buNone/>
            </a:pPr>
            <a:r>
              <a:rPr b="1" i="0" lang="en-US" sz="18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Feedforward layers</a:t>
            </a:r>
            <a:endParaRPr b="0" i="0" sz="1850" u="none" cap="none" strike="noStrike"/>
          </a:p>
        </p:txBody>
      </p:sp>
      <p:sp>
        <p:nvSpPr>
          <p:cNvPr id="2780" name="Google Shape;2780;p92"/>
          <p:cNvSpPr/>
          <p:nvPr/>
        </p:nvSpPr>
        <p:spPr>
          <a:xfrm>
            <a:off x="5280422" y="2941320"/>
            <a:ext cx="2075497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00"/>
              <a:buFont typeface="Catamaran"/>
              <a:buNone/>
            </a:pP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Procesamiento no lineal</a:t>
            </a:r>
            <a:endParaRPr b="0" i="0" sz="1500" u="none" cap="none" strike="noStrike"/>
          </a:p>
        </p:txBody>
      </p:sp>
      <p:sp>
        <p:nvSpPr>
          <p:cNvPr id="2781" name="Google Shape;2781;p92"/>
          <p:cNvSpPr/>
          <p:nvPr/>
        </p:nvSpPr>
        <p:spPr>
          <a:xfrm>
            <a:off x="5136833" y="3453408"/>
            <a:ext cx="8775502" cy="11430"/>
          </a:xfrm>
          <a:prstGeom prst="roundRect">
            <a:avLst>
              <a:gd fmla="val 1507856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2" name="Google Shape;2782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9749" y="3486864"/>
            <a:ext cx="4385667" cy="1103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3" name="Google Shape;2783;p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57982" y="3870127"/>
            <a:ext cx="269200" cy="336590"/>
          </a:xfrm>
          <a:prstGeom prst="rect">
            <a:avLst/>
          </a:prstGeom>
          <a:noFill/>
          <a:ln>
            <a:noFill/>
          </a:ln>
        </p:spPr>
      </p:pic>
      <p:sp>
        <p:nvSpPr>
          <p:cNvPr id="2784" name="Google Shape;2784;p92"/>
          <p:cNvSpPr/>
          <p:nvPr/>
        </p:nvSpPr>
        <p:spPr>
          <a:xfrm>
            <a:off x="6376868" y="3678317"/>
            <a:ext cx="2393633" cy="29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850"/>
              <a:buFont typeface="Heebo"/>
              <a:buNone/>
            </a:pPr>
            <a:r>
              <a:rPr b="1" i="0" lang="en-US" sz="18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Multi-head attention</a:t>
            </a:r>
            <a:endParaRPr b="0" i="0" sz="1850" u="none" cap="none" strike="noStrike"/>
          </a:p>
        </p:txBody>
      </p:sp>
      <p:sp>
        <p:nvSpPr>
          <p:cNvPr id="2785" name="Google Shape;2785;p92"/>
          <p:cNvSpPr/>
          <p:nvPr/>
        </p:nvSpPr>
        <p:spPr>
          <a:xfrm>
            <a:off x="6376868" y="4092297"/>
            <a:ext cx="2811542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00"/>
              <a:buFont typeface="Catamaran"/>
              <a:buNone/>
            </a:pP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Múltiples perspectivas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de atención</a:t>
            </a:r>
            <a:endParaRPr b="0" i="0" sz="1500" u="none" cap="none" strike="noStrike"/>
          </a:p>
        </p:txBody>
      </p:sp>
      <p:sp>
        <p:nvSpPr>
          <p:cNvPr id="2786" name="Google Shape;2786;p92"/>
          <p:cNvSpPr/>
          <p:nvPr/>
        </p:nvSpPr>
        <p:spPr>
          <a:xfrm>
            <a:off x="6233279" y="4604385"/>
            <a:ext cx="7679055" cy="11430"/>
          </a:xfrm>
          <a:prstGeom prst="roundRect">
            <a:avLst>
              <a:gd fmla="val 1507856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7" name="Google Shape;2787;p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3421" y="4637842"/>
            <a:ext cx="6578441" cy="1103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8" name="Google Shape;2788;p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7982" y="5021104"/>
            <a:ext cx="269200" cy="336590"/>
          </a:xfrm>
          <a:prstGeom prst="rect">
            <a:avLst/>
          </a:prstGeom>
          <a:noFill/>
          <a:ln>
            <a:noFill/>
          </a:ln>
        </p:spPr>
      </p:pic>
      <p:sp>
        <p:nvSpPr>
          <p:cNvPr id="2789" name="Google Shape;2789;p92"/>
          <p:cNvSpPr/>
          <p:nvPr/>
        </p:nvSpPr>
        <p:spPr>
          <a:xfrm>
            <a:off x="7473315" y="4829294"/>
            <a:ext cx="2393633" cy="29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850"/>
              <a:buFont typeface="Heebo"/>
              <a:buNone/>
            </a:pPr>
            <a:r>
              <a:rPr b="1" i="0" lang="en-US" sz="18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Positional encoding</a:t>
            </a:r>
            <a:endParaRPr b="0" i="0" sz="1850" u="none" cap="none" strike="noStrike"/>
          </a:p>
        </p:txBody>
      </p:sp>
      <p:sp>
        <p:nvSpPr>
          <p:cNvPr id="2790" name="Google Shape;2790;p92"/>
          <p:cNvSpPr/>
          <p:nvPr/>
        </p:nvSpPr>
        <p:spPr>
          <a:xfrm>
            <a:off x="7473315" y="5243274"/>
            <a:ext cx="3003352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00"/>
              <a:buFont typeface="Catamaran"/>
              <a:buNone/>
            </a:pP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Información de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posición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en secuencia</a:t>
            </a:r>
            <a:endParaRPr b="0" i="0" sz="1500" u="none" cap="none" strike="noStrike"/>
          </a:p>
        </p:txBody>
      </p:sp>
      <p:sp>
        <p:nvSpPr>
          <p:cNvPr id="2791" name="Google Shape;2791;p92"/>
          <p:cNvSpPr/>
          <p:nvPr/>
        </p:nvSpPr>
        <p:spPr>
          <a:xfrm>
            <a:off x="670203" y="5956340"/>
            <a:ext cx="13289994" cy="918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00"/>
              <a:buFont typeface="Catamaran"/>
              <a:buNone/>
            </a:pP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En la traducción automática, el Transformer utiliza un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encoder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que procesa el texto de origen y un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decoder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que genera la traducción. Durante el proceso, el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mecanismo de atención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identifica qué palabras del texto original son relevantes para traducir cada palabra del texto destino, permitiendo capturar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dependencias lingüísticas complejas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incluso entre palabras muy separadas en la oración.</a:t>
            </a:r>
            <a:endParaRPr b="0" i="0" sz="1500" u="none" cap="none" strike="noStrike"/>
          </a:p>
        </p:txBody>
      </p:sp>
      <p:sp>
        <p:nvSpPr>
          <p:cNvPr id="2792" name="Google Shape;2792;p92"/>
          <p:cNvSpPr/>
          <p:nvPr/>
        </p:nvSpPr>
        <p:spPr>
          <a:xfrm>
            <a:off x="670203" y="7090410"/>
            <a:ext cx="13289994" cy="61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00"/>
              <a:buFont typeface="Catamaran"/>
              <a:buNone/>
            </a:pP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Esta arquitectura supera las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limitaciones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de modelos anteriores al procesar textos en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paralelo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(no secuencialmente), lo que resulta en traducciones más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precisas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naturales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 y </a:t>
            </a:r>
            <a:r>
              <a:rPr b="1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computacionalmente eficientes</a:t>
            </a:r>
            <a:r>
              <a:rPr b="0" i="0" lang="en-US" sz="15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93"/>
          <p:cNvSpPr/>
          <p:nvPr/>
        </p:nvSpPr>
        <p:spPr>
          <a:xfrm>
            <a:off x="793790" y="2225278"/>
            <a:ext cx="908161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Comparación Transformer vs LSTM</a:t>
            </a:r>
            <a:endParaRPr b="0" i="0" sz="4450" u="none" cap="none" strike="noStrike"/>
          </a:p>
        </p:txBody>
      </p:sp>
      <p:sp>
        <p:nvSpPr>
          <p:cNvPr id="2799" name="Google Shape;2799;p93"/>
          <p:cNvSpPr/>
          <p:nvPr/>
        </p:nvSpPr>
        <p:spPr>
          <a:xfrm>
            <a:off x="793790" y="3387685"/>
            <a:ext cx="13042821" cy="2616518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93"/>
          <p:cNvSpPr/>
          <p:nvPr/>
        </p:nvSpPr>
        <p:spPr>
          <a:xfrm>
            <a:off x="801410" y="3395305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p93"/>
          <p:cNvSpPr/>
          <p:nvPr/>
        </p:nvSpPr>
        <p:spPr>
          <a:xfrm>
            <a:off x="1029653" y="353901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Aspecto</a:t>
            </a:r>
            <a:endParaRPr b="0" i="0" sz="1750" u="none" cap="none" strike="noStrike"/>
          </a:p>
        </p:txBody>
      </p:sp>
      <p:sp>
        <p:nvSpPr>
          <p:cNvPr id="2802" name="Google Shape;2802;p93"/>
          <p:cNvSpPr/>
          <p:nvPr/>
        </p:nvSpPr>
        <p:spPr>
          <a:xfrm>
            <a:off x="5375077" y="3539014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Transformer</a:t>
            </a:r>
            <a:endParaRPr b="0" i="0" sz="1750" u="none" cap="none" strike="noStrike"/>
          </a:p>
        </p:txBody>
      </p:sp>
      <p:sp>
        <p:nvSpPr>
          <p:cNvPr id="2803" name="Google Shape;2803;p93"/>
          <p:cNvSpPr/>
          <p:nvPr/>
        </p:nvSpPr>
        <p:spPr>
          <a:xfrm>
            <a:off x="9716691" y="353901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1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LSTM</a:t>
            </a:r>
            <a:endParaRPr b="0" i="0" sz="1750" u="none" cap="none" strike="noStrike"/>
          </a:p>
        </p:txBody>
      </p:sp>
      <p:sp>
        <p:nvSpPr>
          <p:cNvPr id="2804" name="Google Shape;2804;p93"/>
          <p:cNvSpPr/>
          <p:nvPr/>
        </p:nvSpPr>
        <p:spPr>
          <a:xfrm>
            <a:off x="801410" y="4045625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p93"/>
          <p:cNvSpPr/>
          <p:nvPr/>
        </p:nvSpPr>
        <p:spPr>
          <a:xfrm>
            <a:off x="1029653" y="418933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Eficiencia</a:t>
            </a:r>
            <a:endParaRPr b="0" i="0" sz="1750" u="none" cap="none" strike="noStrike"/>
          </a:p>
        </p:txBody>
      </p:sp>
      <p:sp>
        <p:nvSpPr>
          <p:cNvPr id="2806" name="Google Shape;2806;p93"/>
          <p:cNvSpPr/>
          <p:nvPr/>
        </p:nvSpPr>
        <p:spPr>
          <a:xfrm>
            <a:off x="5375077" y="4189333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Paralelización completa</a:t>
            </a:r>
            <a:endParaRPr b="0" i="0" sz="1750" u="none" cap="none" strike="noStrike"/>
          </a:p>
        </p:txBody>
      </p:sp>
      <p:sp>
        <p:nvSpPr>
          <p:cNvPr id="2807" name="Google Shape;2807;p93"/>
          <p:cNvSpPr/>
          <p:nvPr/>
        </p:nvSpPr>
        <p:spPr>
          <a:xfrm>
            <a:off x="9716691" y="418933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Procesamiento secuencial</a:t>
            </a:r>
            <a:endParaRPr b="0" i="0" sz="1750" u="none" cap="none" strike="noStrike"/>
          </a:p>
        </p:txBody>
      </p:sp>
      <p:sp>
        <p:nvSpPr>
          <p:cNvPr id="2808" name="Google Shape;2808;p93"/>
          <p:cNvSpPr/>
          <p:nvPr/>
        </p:nvSpPr>
        <p:spPr>
          <a:xfrm>
            <a:off x="801410" y="4695944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93"/>
          <p:cNvSpPr/>
          <p:nvPr/>
        </p:nvSpPr>
        <p:spPr>
          <a:xfrm>
            <a:off x="1029653" y="483965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Escalabilidad</a:t>
            </a:r>
            <a:endParaRPr b="0" i="0" sz="1750" u="none" cap="none" strike="noStrike"/>
          </a:p>
        </p:txBody>
      </p:sp>
      <p:sp>
        <p:nvSpPr>
          <p:cNvPr id="2810" name="Google Shape;2810;p93"/>
          <p:cNvSpPr/>
          <p:nvPr/>
        </p:nvSpPr>
        <p:spPr>
          <a:xfrm>
            <a:off x="5375077" y="4839653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Excelente con GPUs</a:t>
            </a:r>
            <a:endParaRPr b="0" i="0" sz="1750" u="none" cap="none" strike="noStrike"/>
          </a:p>
        </p:txBody>
      </p:sp>
      <p:sp>
        <p:nvSpPr>
          <p:cNvPr id="2811" name="Google Shape;2811;p93"/>
          <p:cNvSpPr/>
          <p:nvPr/>
        </p:nvSpPr>
        <p:spPr>
          <a:xfrm>
            <a:off x="9716691" y="483965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Limitada por memoria</a:t>
            </a:r>
            <a:endParaRPr b="0" i="0" sz="1750" u="none" cap="none" strike="noStrike"/>
          </a:p>
        </p:txBody>
      </p:sp>
      <p:sp>
        <p:nvSpPr>
          <p:cNvPr id="2812" name="Google Shape;2812;p93"/>
          <p:cNvSpPr/>
          <p:nvPr/>
        </p:nvSpPr>
        <p:spPr>
          <a:xfrm>
            <a:off x="801410" y="5346263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3" name="Google Shape;2813;p93"/>
          <p:cNvSpPr/>
          <p:nvPr/>
        </p:nvSpPr>
        <p:spPr>
          <a:xfrm>
            <a:off x="1029653" y="5489972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Rendimiento</a:t>
            </a:r>
            <a:endParaRPr b="0" i="0" sz="1750" u="none" cap="none" strike="noStrike"/>
          </a:p>
        </p:txBody>
      </p:sp>
      <p:sp>
        <p:nvSpPr>
          <p:cNvPr id="2814" name="Google Shape;2814;p93"/>
          <p:cNvSpPr/>
          <p:nvPr/>
        </p:nvSpPr>
        <p:spPr>
          <a:xfrm>
            <a:off x="5375077" y="5489972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Superior en calidad</a:t>
            </a:r>
            <a:endParaRPr b="0" i="0" sz="1750" u="none" cap="none" strike="noStrike"/>
          </a:p>
        </p:txBody>
      </p:sp>
      <p:sp>
        <p:nvSpPr>
          <p:cNvPr id="2815" name="Google Shape;2815;p93"/>
          <p:cNvSpPr/>
          <p:nvPr/>
        </p:nvSpPr>
        <p:spPr>
          <a:xfrm>
            <a:off x="9716691" y="5489972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Bueno pero limitado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p94"/>
          <p:cNvSpPr/>
          <p:nvPr/>
        </p:nvSpPr>
        <p:spPr>
          <a:xfrm>
            <a:off x="793790" y="2858095"/>
            <a:ext cx="705933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Ventajas generales de NMT</a:t>
            </a:r>
            <a:endParaRPr b="0" i="0" sz="4450" u="none" cap="none" strike="noStrike"/>
          </a:p>
        </p:txBody>
      </p:sp>
      <p:pic>
        <p:nvPicPr>
          <p:cNvPr descr="preencoded.png" id="2822" name="Google Shape;282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40601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3" name="Google Shape;2823;p94"/>
          <p:cNvSpPr/>
          <p:nvPr/>
        </p:nvSpPr>
        <p:spPr>
          <a:xfrm>
            <a:off x="1587579" y="4155162"/>
            <a:ext cx="22542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Calidad</a:t>
            </a:r>
            <a:endParaRPr b="0" i="0" sz="2200" u="none" cap="none" strike="noStrike"/>
          </a:p>
        </p:txBody>
      </p:sp>
      <p:sp>
        <p:nvSpPr>
          <p:cNvPr id="2824" name="Google Shape;2824;p94"/>
          <p:cNvSpPr/>
          <p:nvPr/>
        </p:nvSpPr>
        <p:spPr>
          <a:xfrm>
            <a:off x="1587579" y="4645581"/>
            <a:ext cx="22542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Traducciones más precisas y naturales</a:t>
            </a:r>
            <a:endParaRPr b="0" i="0" sz="1750" u="none" cap="none" strike="noStrike"/>
          </a:p>
        </p:txBody>
      </p:sp>
      <p:pic>
        <p:nvPicPr>
          <p:cNvPr descr="preencoded.png" id="2825" name="Google Shape;2825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278" y="40601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6" name="Google Shape;2826;p94"/>
          <p:cNvSpPr/>
          <p:nvPr/>
        </p:nvSpPr>
        <p:spPr>
          <a:xfrm>
            <a:off x="4919067" y="4155162"/>
            <a:ext cx="22543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Fluidez</a:t>
            </a:r>
            <a:endParaRPr b="0" i="0" sz="2200" u="none" cap="none" strike="noStrike"/>
          </a:p>
        </p:txBody>
      </p:sp>
      <p:sp>
        <p:nvSpPr>
          <p:cNvPr id="2827" name="Google Shape;2827;p94"/>
          <p:cNvSpPr/>
          <p:nvPr/>
        </p:nvSpPr>
        <p:spPr>
          <a:xfrm>
            <a:off x="4919067" y="4645581"/>
            <a:ext cx="225432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Texto más coherente y legible</a:t>
            </a:r>
            <a:endParaRPr b="0" i="0" sz="1750" u="none" cap="none" strike="noStrike"/>
          </a:p>
        </p:txBody>
      </p:sp>
      <p:pic>
        <p:nvPicPr>
          <p:cNvPr descr="preencoded.png" id="2828" name="Google Shape;2828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6884" y="40601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9" name="Google Shape;2829;p94"/>
          <p:cNvSpPr/>
          <p:nvPr/>
        </p:nvSpPr>
        <p:spPr>
          <a:xfrm>
            <a:off x="8250674" y="4155162"/>
            <a:ext cx="22543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Contexto</a:t>
            </a:r>
            <a:endParaRPr b="0" i="0" sz="2200" u="none" cap="none" strike="noStrike"/>
          </a:p>
        </p:txBody>
      </p:sp>
      <p:sp>
        <p:nvSpPr>
          <p:cNvPr id="2830" name="Google Shape;2830;p94"/>
          <p:cNvSpPr/>
          <p:nvPr/>
        </p:nvSpPr>
        <p:spPr>
          <a:xfrm>
            <a:off x="8250674" y="4645581"/>
            <a:ext cx="225432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Mejor comprensión del significado global</a:t>
            </a:r>
            <a:endParaRPr b="0" i="0" sz="1750" u="none" cap="none" strike="noStrike"/>
          </a:p>
        </p:txBody>
      </p:sp>
      <p:pic>
        <p:nvPicPr>
          <p:cNvPr descr="preencoded.png" id="2831" name="Google Shape;2831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8491" y="40601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832" name="Google Shape;2832;p94"/>
          <p:cNvSpPr/>
          <p:nvPr/>
        </p:nvSpPr>
        <p:spPr>
          <a:xfrm>
            <a:off x="11582281" y="4155162"/>
            <a:ext cx="22543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Adaptabilidad</a:t>
            </a:r>
            <a:endParaRPr b="0" i="0" sz="2200" u="none" cap="none" strike="noStrike"/>
          </a:p>
        </p:txBody>
      </p:sp>
      <p:sp>
        <p:nvSpPr>
          <p:cNvPr id="2833" name="Google Shape;2833;p94"/>
          <p:cNvSpPr/>
          <p:nvPr/>
        </p:nvSpPr>
        <p:spPr>
          <a:xfrm>
            <a:off x="11582281" y="4645581"/>
            <a:ext cx="225432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Aprendizaje continuo con nuevos datos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8" name="Shape 2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9" name="Google Shape;2839;p95"/>
          <p:cNvSpPr/>
          <p:nvPr/>
        </p:nvSpPr>
        <p:spPr>
          <a:xfrm>
            <a:off x="793790" y="2547818"/>
            <a:ext cx="714708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Ejemplo visual SMT vs NMT</a:t>
            </a:r>
            <a:endParaRPr b="0" i="0" sz="4450" u="none" cap="none" strike="noStrike"/>
          </a:p>
        </p:txBody>
      </p:sp>
      <p:pic>
        <p:nvPicPr>
          <p:cNvPr descr="preencoded.png" id="2840" name="Google Shape;284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710226"/>
            <a:ext cx="3189803" cy="197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841" name="Google Shape;2841;p95"/>
          <p:cNvSpPr/>
          <p:nvPr/>
        </p:nvSpPr>
        <p:spPr>
          <a:xfrm>
            <a:off x="4267081" y="371022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SMT</a:t>
            </a:r>
            <a:endParaRPr b="0" i="0" sz="2200" u="none" cap="none" strike="noStrike"/>
          </a:p>
        </p:txBody>
      </p:sp>
      <p:sp>
        <p:nvSpPr>
          <p:cNvPr id="2842" name="Google Shape;2842;p95"/>
          <p:cNvSpPr/>
          <p:nvPr/>
        </p:nvSpPr>
        <p:spPr>
          <a:xfrm>
            <a:off x="4267081" y="4200644"/>
            <a:ext cx="29063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"She eats apple" → </a:t>
            </a:r>
            <a:endParaRPr b="0" i="0" sz="1750" u="none" cap="none" strike="noStrike"/>
          </a:p>
        </p:txBody>
      </p:sp>
      <p:sp>
        <p:nvSpPr>
          <p:cNvPr id="2843" name="Google Shape;2843;p95"/>
          <p:cNvSpPr/>
          <p:nvPr/>
        </p:nvSpPr>
        <p:spPr>
          <a:xfrm>
            <a:off x="4267081" y="4699635"/>
            <a:ext cx="29063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"Ella come manzana"</a:t>
            </a:r>
            <a:endParaRPr b="0" i="0" sz="1750" u="none" cap="none" strike="noStrike"/>
          </a:p>
        </p:txBody>
      </p:sp>
      <p:pic>
        <p:nvPicPr>
          <p:cNvPr descr="preencoded.png" id="2844" name="Google Shape;2844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884" y="3710226"/>
            <a:ext cx="3189803" cy="197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845" name="Google Shape;2845;p95"/>
          <p:cNvSpPr/>
          <p:nvPr/>
        </p:nvSpPr>
        <p:spPr>
          <a:xfrm>
            <a:off x="10930176" y="371022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NMT</a:t>
            </a:r>
            <a:endParaRPr b="0" i="0" sz="2200" u="none" cap="none" strike="noStrike"/>
          </a:p>
        </p:txBody>
      </p:sp>
      <p:sp>
        <p:nvSpPr>
          <p:cNvPr id="2846" name="Google Shape;2846;p95"/>
          <p:cNvSpPr/>
          <p:nvPr/>
        </p:nvSpPr>
        <p:spPr>
          <a:xfrm>
            <a:off x="10930176" y="4200644"/>
            <a:ext cx="2906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"Ella está comiendo una manzana"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1" name="Shape 2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Google Shape;2852;p96"/>
          <p:cNvSpPr/>
          <p:nvPr/>
        </p:nvSpPr>
        <p:spPr>
          <a:xfrm>
            <a:off x="793790" y="831532"/>
            <a:ext cx="1106304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Desafíos para lenguas de escasos recursos</a:t>
            </a:r>
            <a:endParaRPr b="0" i="0" sz="4450" u="none" cap="none" strike="noStrike"/>
          </a:p>
        </p:txBody>
      </p:sp>
      <p:pic>
        <p:nvPicPr>
          <p:cNvPr descr="preencoded.png" id="2853" name="Google Shape;2853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2330" y="3485198"/>
            <a:ext cx="7825621" cy="7825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4" name="Google Shape;2854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2456" y="6035635"/>
            <a:ext cx="382667" cy="478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5" name="Google Shape;2855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2330" y="3485198"/>
            <a:ext cx="7825621" cy="7825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6" name="Google Shape;2856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631" y="4447461"/>
            <a:ext cx="382667" cy="478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7" name="Google Shape;2857;p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2330" y="3485198"/>
            <a:ext cx="7825621" cy="7825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8" name="Google Shape;2858;p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46745" y="4447461"/>
            <a:ext cx="382667" cy="478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9" name="Google Shape;2859;p9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02330" y="3485198"/>
            <a:ext cx="7825621" cy="7825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0" name="Google Shape;2860;p9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34920" y="6035635"/>
            <a:ext cx="382667" cy="478393"/>
          </a:xfrm>
          <a:prstGeom prst="rect">
            <a:avLst/>
          </a:prstGeom>
          <a:noFill/>
          <a:ln>
            <a:noFill/>
          </a:ln>
        </p:spPr>
      </p:pic>
      <p:sp>
        <p:nvSpPr>
          <p:cNvPr id="2861" name="Google Shape;2861;p96"/>
          <p:cNvSpPr/>
          <p:nvPr/>
        </p:nvSpPr>
        <p:spPr>
          <a:xfrm>
            <a:off x="878919" y="326457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Escasez de corpus</a:t>
            </a:r>
            <a:endParaRPr b="0" i="0" sz="2200" u="none" cap="none" strike="noStrike"/>
          </a:p>
        </p:txBody>
      </p:sp>
      <p:sp>
        <p:nvSpPr>
          <p:cNvPr id="2862" name="Google Shape;2862;p96"/>
          <p:cNvSpPr/>
          <p:nvPr/>
        </p:nvSpPr>
        <p:spPr>
          <a:xfrm>
            <a:off x="793790" y="3754993"/>
            <a:ext cx="30054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Pocos textos digitalizados disponibles</a:t>
            </a:r>
            <a:endParaRPr b="0" i="0" sz="1750" u="none" cap="none" strike="noStrike"/>
          </a:p>
        </p:txBody>
      </p:sp>
      <p:sp>
        <p:nvSpPr>
          <p:cNvPr id="2863" name="Google Shape;2863;p96"/>
          <p:cNvSpPr/>
          <p:nvPr/>
        </p:nvSpPr>
        <p:spPr>
          <a:xfrm>
            <a:off x="4224576" y="199394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Variabilidad dialectal</a:t>
            </a:r>
            <a:endParaRPr b="0" i="0" sz="2200" u="none" cap="none" strike="noStrike"/>
          </a:p>
        </p:txBody>
      </p:sp>
      <p:sp>
        <p:nvSpPr>
          <p:cNvPr id="2864" name="Google Shape;2864;p96"/>
          <p:cNvSpPr/>
          <p:nvPr/>
        </p:nvSpPr>
        <p:spPr>
          <a:xfrm>
            <a:off x="4139446" y="2484358"/>
            <a:ext cx="300561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Múltiples variantes sin estandarización</a:t>
            </a:r>
            <a:endParaRPr b="0" i="0" sz="1750" u="none" cap="none" strike="noStrike"/>
          </a:p>
        </p:txBody>
      </p:sp>
      <p:sp>
        <p:nvSpPr>
          <p:cNvPr id="2865" name="Google Shape;2865;p96"/>
          <p:cNvSpPr/>
          <p:nvPr/>
        </p:nvSpPr>
        <p:spPr>
          <a:xfrm>
            <a:off x="7570351" y="199394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Falta de tecnología</a:t>
            </a:r>
            <a:endParaRPr b="0" i="0" sz="2200" u="none" cap="none" strike="noStrike"/>
          </a:p>
        </p:txBody>
      </p:sp>
      <p:sp>
        <p:nvSpPr>
          <p:cNvPr id="2866" name="Google Shape;2866;p96"/>
          <p:cNvSpPr/>
          <p:nvPr/>
        </p:nvSpPr>
        <p:spPr>
          <a:xfrm>
            <a:off x="7485221" y="2484358"/>
            <a:ext cx="300561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Carencia de herramientas lingüísticas básicas</a:t>
            </a:r>
            <a:endParaRPr b="0" i="0" sz="1750" u="none" cap="none" strike="noStrike"/>
          </a:p>
        </p:txBody>
      </p:sp>
      <p:sp>
        <p:nvSpPr>
          <p:cNvPr id="2867" name="Google Shape;2867;p96"/>
          <p:cNvSpPr/>
          <p:nvPr/>
        </p:nvSpPr>
        <p:spPr>
          <a:xfrm>
            <a:off x="10830997" y="3273147"/>
            <a:ext cx="300561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Comunidades pequeñas</a:t>
            </a:r>
            <a:endParaRPr b="0" i="0" sz="2200" u="none" cap="none" strike="noStrike"/>
          </a:p>
        </p:txBody>
      </p:sp>
      <p:sp>
        <p:nvSpPr>
          <p:cNvPr id="2868" name="Google Shape;2868;p96"/>
          <p:cNvSpPr/>
          <p:nvPr/>
        </p:nvSpPr>
        <p:spPr>
          <a:xfrm>
            <a:off x="10830997" y="4117896"/>
            <a:ext cx="300561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Menor incentivo comercial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74" name="Google Shape;287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5" name="Google Shape;2875;p97"/>
          <p:cNvSpPr/>
          <p:nvPr/>
        </p:nvSpPr>
        <p:spPr>
          <a:xfrm>
            <a:off x="793790" y="16156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Enfoques para superar la escasez de datos</a:t>
            </a:r>
            <a:endParaRPr b="0" i="0" sz="4450" u="none" cap="none" strike="noStrike"/>
          </a:p>
        </p:txBody>
      </p:sp>
      <p:sp>
        <p:nvSpPr>
          <p:cNvPr id="2876" name="Google Shape;2876;p97"/>
          <p:cNvSpPr/>
          <p:nvPr/>
        </p:nvSpPr>
        <p:spPr>
          <a:xfrm>
            <a:off x="793790" y="3373398"/>
            <a:ext cx="170021" cy="853321"/>
          </a:xfrm>
          <a:prstGeom prst="roundRect">
            <a:avLst>
              <a:gd fmla="val 120071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p97"/>
          <p:cNvSpPr/>
          <p:nvPr/>
        </p:nvSpPr>
        <p:spPr>
          <a:xfrm>
            <a:off x="1303973" y="33733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Transfer learning</a:t>
            </a:r>
            <a:endParaRPr b="0" i="0" sz="2200" u="none" cap="none" strike="noStrike"/>
          </a:p>
        </p:txBody>
      </p:sp>
      <p:sp>
        <p:nvSpPr>
          <p:cNvPr id="2878" name="Google Shape;2878;p97"/>
          <p:cNvSpPr/>
          <p:nvPr/>
        </p:nvSpPr>
        <p:spPr>
          <a:xfrm>
            <a:off x="1303973" y="3863816"/>
            <a:ext cx="704623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Aprovechar conocimiento de idiomas similares</a:t>
            </a:r>
            <a:endParaRPr b="0" i="0" sz="1750" u="none" cap="none" strike="noStrike"/>
          </a:p>
        </p:txBody>
      </p:sp>
      <p:sp>
        <p:nvSpPr>
          <p:cNvPr id="2879" name="Google Shape;2879;p97"/>
          <p:cNvSpPr/>
          <p:nvPr/>
        </p:nvSpPr>
        <p:spPr>
          <a:xfrm>
            <a:off x="1133951" y="4453533"/>
            <a:ext cx="170021" cy="853321"/>
          </a:xfrm>
          <a:prstGeom prst="roundRect">
            <a:avLst>
              <a:gd fmla="val 120071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p97"/>
          <p:cNvSpPr/>
          <p:nvPr/>
        </p:nvSpPr>
        <p:spPr>
          <a:xfrm>
            <a:off x="1644134" y="445353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Modelos multilingües</a:t>
            </a:r>
            <a:endParaRPr b="0" i="0" sz="2200" u="none" cap="none" strike="noStrike"/>
          </a:p>
        </p:txBody>
      </p:sp>
      <p:sp>
        <p:nvSpPr>
          <p:cNvPr id="2881" name="Google Shape;2881;p97"/>
          <p:cNvSpPr/>
          <p:nvPr/>
        </p:nvSpPr>
        <p:spPr>
          <a:xfrm>
            <a:off x="1644134" y="4943951"/>
            <a:ext cx="67060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mBART, M2M, NLLB compartiendo parámetros</a:t>
            </a:r>
            <a:endParaRPr b="0" i="0" sz="1750" u="none" cap="none" strike="noStrike"/>
          </a:p>
        </p:txBody>
      </p:sp>
      <p:sp>
        <p:nvSpPr>
          <p:cNvPr id="2882" name="Google Shape;2882;p97"/>
          <p:cNvSpPr/>
          <p:nvPr/>
        </p:nvSpPr>
        <p:spPr>
          <a:xfrm>
            <a:off x="1474232" y="5533668"/>
            <a:ext cx="170021" cy="853321"/>
          </a:xfrm>
          <a:prstGeom prst="roundRect">
            <a:avLst>
              <a:gd fmla="val 120071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97"/>
          <p:cNvSpPr/>
          <p:nvPr/>
        </p:nvSpPr>
        <p:spPr>
          <a:xfrm>
            <a:off x="1984415" y="5533668"/>
            <a:ext cx="362866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Técnicas de pocos ejemplos</a:t>
            </a:r>
            <a:endParaRPr b="0" i="0" sz="2200" u="none" cap="none" strike="noStrike"/>
          </a:p>
        </p:txBody>
      </p:sp>
      <p:sp>
        <p:nvSpPr>
          <p:cNvPr id="2884" name="Google Shape;2884;p97"/>
          <p:cNvSpPr/>
          <p:nvPr/>
        </p:nvSpPr>
        <p:spPr>
          <a:xfrm>
            <a:off x="1984415" y="6024086"/>
            <a:ext cx="63657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Few-shot y zero-shot learning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9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Google Shape;2890;p98"/>
          <p:cNvSpPr/>
          <p:nvPr/>
        </p:nvSpPr>
        <p:spPr>
          <a:xfrm>
            <a:off x="793790" y="1251109"/>
            <a:ext cx="960096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Back-translation y data augmentation</a:t>
            </a:r>
            <a:endParaRPr b="0" i="0" sz="4450" u="none" cap="none" strike="noStrike"/>
          </a:p>
        </p:txBody>
      </p:sp>
      <p:sp>
        <p:nvSpPr>
          <p:cNvPr id="2891" name="Google Shape;2891;p98"/>
          <p:cNvSpPr/>
          <p:nvPr/>
        </p:nvSpPr>
        <p:spPr>
          <a:xfrm>
            <a:off x="1857256" y="29522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Traducción inversa</a:t>
            </a:r>
            <a:endParaRPr b="0" i="0" sz="2200" u="none" cap="none" strike="noStrike"/>
          </a:p>
        </p:txBody>
      </p:sp>
      <p:sp>
        <p:nvSpPr>
          <p:cNvPr id="2892" name="Google Shape;2892;p98"/>
          <p:cNvSpPr/>
          <p:nvPr/>
        </p:nvSpPr>
        <p:spPr>
          <a:xfrm>
            <a:off x="793790" y="3442692"/>
            <a:ext cx="389870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Generar pares sintéticos</a:t>
            </a:r>
            <a:endParaRPr b="0" i="0" sz="1750" u="none" cap="none" strike="noStrike"/>
          </a:p>
        </p:txBody>
      </p:sp>
      <p:pic>
        <p:nvPicPr>
          <p:cNvPr descr="preencoded.png" id="2893" name="Google Shape;2893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4" name="Google Shape;2894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6731" y="3176588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2895" name="Google Shape;2895;p98"/>
          <p:cNvSpPr/>
          <p:nvPr/>
        </p:nvSpPr>
        <p:spPr>
          <a:xfrm>
            <a:off x="9937790" y="29522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Ruido controlado</a:t>
            </a:r>
            <a:endParaRPr b="0" i="0" sz="2200" u="none" cap="none" strike="noStrike"/>
          </a:p>
        </p:txBody>
      </p:sp>
      <p:sp>
        <p:nvSpPr>
          <p:cNvPr id="2896" name="Google Shape;2896;p98"/>
          <p:cNvSpPr/>
          <p:nvPr/>
        </p:nvSpPr>
        <p:spPr>
          <a:xfrm>
            <a:off x="9937790" y="3442692"/>
            <a:ext cx="3898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Introducir variaciones en datos</a:t>
            </a:r>
            <a:endParaRPr b="0" i="0" sz="1750" u="none" cap="none" strike="noStrike"/>
          </a:p>
        </p:txBody>
      </p:sp>
      <p:pic>
        <p:nvPicPr>
          <p:cNvPr descr="preencoded.png" id="2897" name="Google Shape;2897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8" name="Google Shape;2898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2604" y="3565088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2899" name="Google Shape;2899;p98"/>
          <p:cNvSpPr/>
          <p:nvPr/>
        </p:nvSpPr>
        <p:spPr>
          <a:xfrm>
            <a:off x="9937790" y="522339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Permutación</a:t>
            </a:r>
            <a:endParaRPr b="0" i="0" sz="2200" u="none" cap="none" strike="noStrike"/>
          </a:p>
        </p:txBody>
      </p:sp>
      <p:sp>
        <p:nvSpPr>
          <p:cNvPr id="2900" name="Google Shape;2900;p98"/>
          <p:cNvSpPr/>
          <p:nvPr/>
        </p:nvSpPr>
        <p:spPr>
          <a:xfrm>
            <a:off x="9937790" y="5713809"/>
            <a:ext cx="3898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Reordenar elementos manteniendo sentido</a:t>
            </a:r>
            <a:endParaRPr b="0" i="0" sz="1750" u="none" cap="none" strike="noStrike"/>
          </a:p>
        </p:txBody>
      </p:sp>
      <p:pic>
        <p:nvPicPr>
          <p:cNvPr descr="preencoded.png" id="2901" name="Google Shape;2901;p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2" name="Google Shape;2902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4103" y="5790962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3" name="Google Shape;2903;p98"/>
          <p:cNvSpPr/>
          <p:nvPr/>
        </p:nvSpPr>
        <p:spPr>
          <a:xfrm>
            <a:off x="1857256" y="54048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Combinación</a:t>
            </a:r>
            <a:endParaRPr b="0" i="0" sz="2200" u="none" cap="none" strike="noStrike"/>
          </a:p>
        </p:txBody>
      </p:sp>
      <p:sp>
        <p:nvSpPr>
          <p:cNvPr id="2904" name="Google Shape;2904;p98"/>
          <p:cNvSpPr/>
          <p:nvPr/>
        </p:nvSpPr>
        <p:spPr>
          <a:xfrm>
            <a:off x="793790" y="5895261"/>
            <a:ext cx="389870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Mezclar técnicas para mayor diversidad</a:t>
            </a:r>
            <a:endParaRPr b="0" i="0" sz="1750" u="none" cap="none" strike="noStrike"/>
          </a:p>
        </p:txBody>
      </p:sp>
      <p:pic>
        <p:nvPicPr>
          <p:cNvPr descr="preencoded.png" id="2905" name="Google Shape;2905;p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6" name="Google Shape;2906;p9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38230" y="5402461"/>
            <a:ext cx="339328" cy="424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Google Shape;2912;p99"/>
          <p:cNvSpPr/>
          <p:nvPr/>
        </p:nvSpPr>
        <p:spPr>
          <a:xfrm>
            <a:off x="793790" y="1680091"/>
            <a:ext cx="1043344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Ejemplos reales: Shiwilu, Shipibo-Konibo</a:t>
            </a:r>
            <a:endParaRPr b="0" i="0" sz="4450" u="none" cap="none" strike="noStrike"/>
          </a:p>
        </p:txBody>
      </p:sp>
      <p:pic>
        <p:nvPicPr>
          <p:cNvPr descr="preencoded.png" id="2913" name="Google Shape;291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42498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914" name="Google Shape;2914;p99"/>
          <p:cNvSpPr/>
          <p:nvPr/>
        </p:nvSpPr>
        <p:spPr>
          <a:xfrm>
            <a:off x="793790" y="56961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Shiwilu</a:t>
            </a:r>
            <a:endParaRPr b="0" i="0" sz="2200" u="none" cap="none" strike="noStrike"/>
          </a:p>
        </p:txBody>
      </p:sp>
      <p:sp>
        <p:nvSpPr>
          <p:cNvPr id="2915" name="Google Shape;2915;p99"/>
          <p:cNvSpPr/>
          <p:nvPr/>
        </p:nvSpPr>
        <p:spPr>
          <a:xfrm>
            <a:off x="793790" y="6186607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Uso de datasets sintéticos</a:t>
            </a:r>
            <a:endParaRPr b="0" i="0" sz="1750" u="none" cap="none" strike="noStrike"/>
          </a:p>
        </p:txBody>
      </p:sp>
      <p:pic>
        <p:nvPicPr>
          <p:cNvPr descr="preencoded.png" id="2916" name="Google Shape;2916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893" y="2842498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917" name="Google Shape;2917;p99"/>
          <p:cNvSpPr/>
          <p:nvPr/>
        </p:nvSpPr>
        <p:spPr>
          <a:xfrm>
            <a:off x="5235893" y="56961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Shipibo-Konibo</a:t>
            </a:r>
            <a:endParaRPr b="0" i="0" sz="2200" u="none" cap="none" strike="noStrike"/>
          </a:p>
        </p:txBody>
      </p:sp>
      <p:sp>
        <p:nvSpPr>
          <p:cNvPr id="2918" name="Google Shape;2918;p99"/>
          <p:cNvSpPr/>
          <p:nvPr/>
        </p:nvSpPr>
        <p:spPr>
          <a:xfrm>
            <a:off x="5235893" y="6186607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Colaboración comunitaria</a:t>
            </a:r>
            <a:endParaRPr b="0" i="0" sz="1750" u="none" cap="none" strike="noStrike"/>
          </a:p>
        </p:txBody>
      </p:sp>
      <p:pic>
        <p:nvPicPr>
          <p:cNvPr descr="preencoded.png" id="2919" name="Google Shape;2919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995" y="2842498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920" name="Google Shape;2920;p99"/>
          <p:cNvSpPr/>
          <p:nvPr/>
        </p:nvSpPr>
        <p:spPr>
          <a:xfrm>
            <a:off x="9677995" y="56961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Resultados</a:t>
            </a:r>
            <a:endParaRPr b="0" i="0" sz="2200" u="none" cap="none" strike="noStrike"/>
          </a:p>
        </p:txBody>
      </p:sp>
      <p:sp>
        <p:nvSpPr>
          <p:cNvPr id="2921" name="Google Shape;2921;p99"/>
          <p:cNvSpPr/>
          <p:nvPr/>
        </p:nvSpPr>
        <p:spPr>
          <a:xfrm>
            <a:off x="9677995" y="6186607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Primeros modelos funcionales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27" name="Google Shape;2927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8" name="Google Shape;2928;p100"/>
          <p:cNvSpPr/>
          <p:nvPr/>
        </p:nvSpPr>
        <p:spPr>
          <a:xfrm>
            <a:off x="6280190" y="225087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Introducción al taller</a:t>
            </a:r>
            <a:endParaRPr b="0" i="0" sz="4450" u="none" cap="none" strike="noStrike"/>
          </a:p>
        </p:txBody>
      </p:sp>
      <p:sp>
        <p:nvSpPr>
          <p:cNvPr id="2929" name="Google Shape;2929;p100"/>
          <p:cNvSpPr/>
          <p:nvPr/>
        </p:nvSpPr>
        <p:spPr>
          <a:xfrm>
            <a:off x="6280190" y="3299817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0" name="Google Shape;2930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3342322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931" name="Google Shape;2931;p100"/>
          <p:cNvSpPr/>
          <p:nvPr/>
        </p:nvSpPr>
        <p:spPr>
          <a:xfrm>
            <a:off x="7017306" y="33776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Objetivo</a:t>
            </a:r>
            <a:endParaRPr b="0" i="0" sz="2200" u="none" cap="none" strike="noStrike"/>
          </a:p>
        </p:txBody>
      </p:sp>
      <p:sp>
        <p:nvSpPr>
          <p:cNvPr id="2932" name="Google Shape;2932;p100"/>
          <p:cNvSpPr/>
          <p:nvPr/>
        </p:nvSpPr>
        <p:spPr>
          <a:xfrm>
            <a:off x="7017306" y="3868103"/>
            <a:ext cx="28994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Crear modelo NMT para Shiwilu-Español</a:t>
            </a:r>
            <a:endParaRPr b="0" i="0" sz="1750" u="none" cap="none" strike="noStrike"/>
          </a:p>
        </p:txBody>
      </p:sp>
      <p:sp>
        <p:nvSpPr>
          <p:cNvPr id="2933" name="Google Shape;2933;p100"/>
          <p:cNvSpPr/>
          <p:nvPr/>
        </p:nvSpPr>
        <p:spPr>
          <a:xfrm>
            <a:off x="10200203" y="3299817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4" name="Google Shape;2934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5274" y="3342322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935" name="Google Shape;2935;p100"/>
          <p:cNvSpPr/>
          <p:nvPr/>
        </p:nvSpPr>
        <p:spPr>
          <a:xfrm>
            <a:off x="10937319" y="33776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Herramientas</a:t>
            </a:r>
            <a:endParaRPr b="0" i="0" sz="2200" u="none" cap="none" strike="noStrike"/>
          </a:p>
        </p:txBody>
      </p:sp>
      <p:sp>
        <p:nvSpPr>
          <p:cNvPr id="2936" name="Google Shape;2936;p100"/>
          <p:cNvSpPr/>
          <p:nvPr/>
        </p:nvSpPr>
        <p:spPr>
          <a:xfrm>
            <a:off x="10937319" y="3868103"/>
            <a:ext cx="28994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HuggingFace, Google Colab</a:t>
            </a:r>
            <a:endParaRPr b="0" i="0" sz="1750" u="none" cap="none" strike="noStrike"/>
          </a:p>
        </p:txBody>
      </p:sp>
      <p:sp>
        <p:nvSpPr>
          <p:cNvPr id="2937" name="Google Shape;2937;p100"/>
          <p:cNvSpPr/>
          <p:nvPr/>
        </p:nvSpPr>
        <p:spPr>
          <a:xfrm>
            <a:off x="6280190" y="5047536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8" name="Google Shape;2938;p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509004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939" name="Google Shape;2939;p100"/>
          <p:cNvSpPr/>
          <p:nvPr/>
        </p:nvSpPr>
        <p:spPr>
          <a:xfrm>
            <a:off x="7017306" y="51254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Datos</a:t>
            </a:r>
            <a:endParaRPr b="0" i="0" sz="2200" u="none" cap="none" strike="noStrike"/>
          </a:p>
        </p:txBody>
      </p:sp>
      <p:sp>
        <p:nvSpPr>
          <p:cNvPr id="2940" name="Google Shape;2940;p100"/>
          <p:cNvSpPr/>
          <p:nvPr/>
        </p:nvSpPr>
        <p:spPr>
          <a:xfrm>
            <a:off x="7017306" y="5615821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Corpus paralelo limitado + sintético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5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46" name="Google Shape;294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59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47" name="Google Shape;2947;p101"/>
          <p:cNvSpPr/>
          <p:nvPr/>
        </p:nvSpPr>
        <p:spPr>
          <a:xfrm>
            <a:off x="709136" y="3090029"/>
            <a:ext cx="5065633" cy="633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3950"/>
              <a:buFont typeface="Heebo"/>
              <a:buNone/>
            </a:pPr>
            <a:r>
              <a:rPr b="1" i="0" lang="en-US" sz="39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Pasos del taller</a:t>
            </a:r>
            <a:endParaRPr b="0" i="0" sz="3950" u="none" cap="none" strike="noStrike"/>
          </a:p>
        </p:txBody>
      </p:sp>
      <p:pic>
        <p:nvPicPr>
          <p:cNvPr descr="preencoded.png" id="2948" name="Google Shape;2948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136" y="4027051"/>
            <a:ext cx="1013103" cy="1215747"/>
          </a:xfrm>
          <a:prstGeom prst="rect">
            <a:avLst/>
          </a:prstGeom>
          <a:noFill/>
          <a:ln>
            <a:noFill/>
          </a:ln>
        </p:spPr>
      </p:pic>
      <p:sp>
        <p:nvSpPr>
          <p:cNvPr id="2949" name="Google Shape;2949;p101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950"/>
              <a:buFont typeface="Heebo"/>
              <a:buNone/>
            </a:pPr>
            <a:r>
              <a:rPr b="1" i="0" lang="en-US" sz="19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Preparación de datos</a:t>
            </a:r>
            <a:endParaRPr b="0" i="0" sz="1950" u="none" cap="none" strike="noStrike"/>
          </a:p>
        </p:txBody>
      </p:sp>
      <p:sp>
        <p:nvSpPr>
          <p:cNvPr id="2950" name="Google Shape;2950;p101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50"/>
              <a:buFont typeface="Catamaran"/>
              <a:buNone/>
            </a:pPr>
            <a:r>
              <a:rPr b="0" i="0" lang="en-US" sz="15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Limpieza y normalización</a:t>
            </a:r>
            <a:endParaRPr b="0" i="0" sz="1550" u="none" cap="none" strike="noStrike"/>
          </a:p>
        </p:txBody>
      </p:sp>
      <p:pic>
        <p:nvPicPr>
          <p:cNvPr descr="preencoded.png" id="2951" name="Google Shape;2951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136" y="5242798"/>
            <a:ext cx="1013103" cy="1215747"/>
          </a:xfrm>
          <a:prstGeom prst="rect">
            <a:avLst/>
          </a:prstGeom>
          <a:noFill/>
          <a:ln>
            <a:noFill/>
          </a:ln>
        </p:spPr>
      </p:pic>
      <p:sp>
        <p:nvSpPr>
          <p:cNvPr id="2952" name="Google Shape;2952;p101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950"/>
              <a:buFont typeface="Heebo"/>
              <a:buNone/>
            </a:pPr>
            <a:r>
              <a:rPr b="1" i="0" lang="en-US" sz="19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Tokenización</a:t>
            </a:r>
            <a:endParaRPr b="0" i="0" sz="1950" u="none" cap="none" strike="noStrike"/>
          </a:p>
        </p:txBody>
      </p:sp>
      <p:sp>
        <p:nvSpPr>
          <p:cNvPr id="2953" name="Google Shape;2953;p101"/>
          <p:cNvSpPr/>
          <p:nvPr/>
        </p:nvSpPr>
        <p:spPr>
          <a:xfrm>
            <a:off x="2026087" y="5883354"/>
            <a:ext cx="11895177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50"/>
              <a:buFont typeface="Catamaran"/>
              <a:buNone/>
            </a:pPr>
            <a:r>
              <a:rPr b="0" i="0" lang="en-US" sz="15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División en subpalabras</a:t>
            </a:r>
            <a:endParaRPr b="0" i="0" sz="1550" u="none" cap="none" strike="noStrike"/>
          </a:p>
        </p:txBody>
      </p:sp>
      <p:pic>
        <p:nvPicPr>
          <p:cNvPr descr="preencoded.png" id="2954" name="Google Shape;2954;p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136" y="6458545"/>
            <a:ext cx="1013103" cy="1215747"/>
          </a:xfrm>
          <a:prstGeom prst="rect">
            <a:avLst/>
          </a:prstGeom>
          <a:noFill/>
          <a:ln>
            <a:noFill/>
          </a:ln>
        </p:spPr>
      </p:pic>
      <p:sp>
        <p:nvSpPr>
          <p:cNvPr id="2955" name="Google Shape;2955;p101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950"/>
              <a:buFont typeface="Heebo"/>
              <a:buNone/>
            </a:pPr>
            <a:r>
              <a:rPr b="1" i="0" lang="en-US" sz="19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Split de datos</a:t>
            </a:r>
            <a:endParaRPr b="0" i="0" sz="1950" u="none" cap="none" strike="noStrike"/>
          </a:p>
        </p:txBody>
      </p:sp>
      <p:sp>
        <p:nvSpPr>
          <p:cNvPr id="2956" name="Google Shape;2956;p101"/>
          <p:cNvSpPr/>
          <p:nvPr/>
        </p:nvSpPr>
        <p:spPr>
          <a:xfrm>
            <a:off x="2026087" y="7099102"/>
            <a:ext cx="11895177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550"/>
              <a:buFont typeface="Catamaran"/>
              <a:buNone/>
            </a:pPr>
            <a:r>
              <a:rPr b="0" i="0" lang="en-US" sz="15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Entrenamiento, validación, prueba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p102"/>
          <p:cNvSpPr/>
          <p:nvPr/>
        </p:nvSpPr>
        <p:spPr>
          <a:xfrm>
            <a:off x="793790" y="1459825"/>
            <a:ext cx="670691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Entrenamiento del modelo</a:t>
            </a:r>
            <a:endParaRPr b="0" i="0" sz="4450" u="none" cap="none" strike="noStrike"/>
          </a:p>
        </p:txBody>
      </p:sp>
      <p:sp>
        <p:nvSpPr>
          <p:cNvPr id="2963" name="Google Shape;2963;p102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fmla="val 15620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4" name="Google Shape;296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167" y="3076337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965" name="Google Shape;2965;p102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MarianMT</a:t>
            </a:r>
            <a:endParaRPr b="0" i="0" sz="2200" u="none" cap="none" strike="noStrike"/>
          </a:p>
        </p:txBody>
      </p:sp>
      <p:sp>
        <p:nvSpPr>
          <p:cNvPr id="2966" name="Google Shape;2966;p102"/>
          <p:cNvSpPr/>
          <p:nvPr/>
        </p:nvSpPr>
        <p:spPr>
          <a:xfrm>
            <a:off x="3194328" y="3339465"/>
            <a:ext cx="319301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Framework ligero en HuggingFace</a:t>
            </a:r>
            <a:endParaRPr b="0" i="0" sz="1750" u="none" cap="none" strike="noStrike"/>
          </a:p>
        </p:txBody>
      </p:sp>
      <p:sp>
        <p:nvSpPr>
          <p:cNvPr id="2967" name="Google Shape;2967;p102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fmla="val 1339536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p102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fmla="val 15620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9" name="Google Shape;2969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8089" y="4496633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970" name="Google Shape;2970;p102"/>
          <p:cNvSpPr/>
          <p:nvPr/>
        </p:nvSpPr>
        <p:spPr>
          <a:xfrm>
            <a:off x="5368171" y="4269343"/>
            <a:ext cx="241161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Google Colab</a:t>
            </a:r>
            <a:endParaRPr b="0" i="0" sz="2200" u="none" cap="none" strike="noStrike"/>
          </a:p>
        </p:txBody>
      </p:sp>
      <p:sp>
        <p:nvSpPr>
          <p:cNvPr id="2971" name="Google Shape;2971;p102"/>
          <p:cNvSpPr/>
          <p:nvPr/>
        </p:nvSpPr>
        <p:spPr>
          <a:xfrm>
            <a:off x="5368171" y="4759762"/>
            <a:ext cx="241161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Entorno gratuito con GPU</a:t>
            </a:r>
            <a:endParaRPr b="0" i="0" sz="1750" u="none" cap="none" strike="noStrike"/>
          </a:p>
        </p:txBody>
      </p:sp>
      <p:sp>
        <p:nvSpPr>
          <p:cNvPr id="2972" name="Google Shape;2972;p102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fmla="val 1339536" name="adj"/>
            </a:avLst>
          </a:prstGeom>
          <a:solidFill>
            <a:srgbClr val="E5B2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3" name="Google Shape;2973;p102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fmla="val 15620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4" name="Google Shape;2974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5011" y="5916930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975" name="Google Shape;2975;p102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Hiperparámetros</a:t>
            </a:r>
            <a:endParaRPr b="0" i="0" sz="2200" u="none" cap="none" strike="noStrike"/>
          </a:p>
        </p:txBody>
      </p:sp>
      <p:sp>
        <p:nvSpPr>
          <p:cNvPr id="2976" name="Google Shape;2976;p102"/>
          <p:cNvSpPr/>
          <p:nvPr/>
        </p:nvSpPr>
        <p:spPr>
          <a:xfrm>
            <a:off x="7542014" y="6180058"/>
            <a:ext cx="317634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Optimización para datos limitados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1" name="Shape 2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82" name="Google Shape;298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4298394"/>
          </a:xfrm>
          <a:prstGeom prst="rect">
            <a:avLst/>
          </a:prstGeom>
          <a:noFill/>
          <a:ln>
            <a:noFill/>
          </a:ln>
        </p:spPr>
      </p:pic>
      <p:sp>
        <p:nvSpPr>
          <p:cNvPr id="2983" name="Google Shape;2983;p103"/>
          <p:cNvSpPr/>
          <p:nvPr/>
        </p:nvSpPr>
        <p:spPr>
          <a:xfrm>
            <a:off x="764143" y="4694873"/>
            <a:ext cx="5510689" cy="682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250"/>
              <a:buFont typeface="Heebo"/>
              <a:buNone/>
            </a:pPr>
            <a:r>
              <a:rPr b="1" i="0" lang="en-US" sz="42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Evaluación del modelo</a:t>
            </a:r>
            <a:endParaRPr b="0" i="0" sz="4250" u="none" cap="none" strike="noStrike"/>
          </a:p>
        </p:txBody>
      </p:sp>
      <p:sp>
        <p:nvSpPr>
          <p:cNvPr id="2984" name="Google Shape;2984;p103"/>
          <p:cNvSpPr/>
          <p:nvPr/>
        </p:nvSpPr>
        <p:spPr>
          <a:xfrm>
            <a:off x="764143" y="5813703"/>
            <a:ext cx="4149090" cy="72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5650"/>
              <a:buFont typeface="Heebo"/>
              <a:buNone/>
            </a:pPr>
            <a:r>
              <a:rPr b="1" i="0" lang="en-US" sz="56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BLEU</a:t>
            </a:r>
            <a:endParaRPr b="0" i="0" sz="5650" u="none" cap="none" strike="noStrike"/>
          </a:p>
        </p:txBody>
      </p:sp>
      <p:sp>
        <p:nvSpPr>
          <p:cNvPr id="2985" name="Google Shape;2985;p103"/>
          <p:cNvSpPr/>
          <p:nvPr/>
        </p:nvSpPr>
        <p:spPr>
          <a:xfrm>
            <a:off x="1474113" y="6806922"/>
            <a:ext cx="2729151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00"/>
              <a:buFont typeface="Heebo"/>
              <a:buNone/>
            </a:pPr>
            <a:r>
              <a:rPr b="1" i="0" lang="en-US" sz="21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Métrica automática</a:t>
            </a:r>
            <a:endParaRPr b="0" i="0" sz="2100" u="none" cap="none" strike="noStrike"/>
          </a:p>
        </p:txBody>
      </p:sp>
      <p:sp>
        <p:nvSpPr>
          <p:cNvPr id="2986" name="Google Shape;2986;p103"/>
          <p:cNvSpPr/>
          <p:nvPr/>
        </p:nvSpPr>
        <p:spPr>
          <a:xfrm>
            <a:off x="764143" y="7279005"/>
            <a:ext cx="4149090" cy="349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00"/>
              <a:buFont typeface="Catamaran"/>
              <a:buNone/>
            </a:pPr>
            <a:r>
              <a:rPr b="0" i="0" lang="en-US" sz="17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Comparación n-gramas con referencia</a:t>
            </a:r>
            <a:endParaRPr b="0" i="0" sz="1700" u="none" cap="none" strike="noStrike"/>
          </a:p>
        </p:txBody>
      </p:sp>
      <p:sp>
        <p:nvSpPr>
          <p:cNvPr id="2987" name="Google Shape;2987;p103"/>
          <p:cNvSpPr/>
          <p:nvPr/>
        </p:nvSpPr>
        <p:spPr>
          <a:xfrm>
            <a:off x="5240655" y="5813703"/>
            <a:ext cx="4149090" cy="72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5650"/>
              <a:buFont typeface="Heebo"/>
              <a:buNone/>
            </a:pPr>
            <a:r>
              <a:rPr b="1" i="0" lang="en-US" sz="56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EM%</a:t>
            </a:r>
            <a:endParaRPr b="0" i="0" sz="5650" u="none" cap="none" strike="noStrike"/>
          </a:p>
        </p:txBody>
      </p:sp>
      <p:sp>
        <p:nvSpPr>
          <p:cNvPr id="2988" name="Google Shape;2988;p103"/>
          <p:cNvSpPr/>
          <p:nvPr/>
        </p:nvSpPr>
        <p:spPr>
          <a:xfrm>
            <a:off x="5950625" y="6806922"/>
            <a:ext cx="2729151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00"/>
              <a:buFont typeface="Heebo"/>
              <a:buNone/>
            </a:pPr>
            <a:r>
              <a:rPr b="1" i="0" lang="en-US" sz="21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Exact Match</a:t>
            </a:r>
            <a:endParaRPr b="0" i="0" sz="2100" u="none" cap="none" strike="noStrike"/>
          </a:p>
        </p:txBody>
      </p:sp>
      <p:sp>
        <p:nvSpPr>
          <p:cNvPr id="2989" name="Google Shape;2989;p103"/>
          <p:cNvSpPr/>
          <p:nvPr/>
        </p:nvSpPr>
        <p:spPr>
          <a:xfrm>
            <a:off x="5240655" y="7279005"/>
            <a:ext cx="4149090" cy="349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00"/>
              <a:buFont typeface="Catamaran"/>
              <a:buNone/>
            </a:pPr>
            <a:r>
              <a:rPr b="0" i="0" lang="en-US" sz="17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Porcentaje de coincidencias exactas</a:t>
            </a:r>
            <a:endParaRPr b="0" i="0" sz="1700" u="none" cap="none" strike="noStrike"/>
          </a:p>
        </p:txBody>
      </p:sp>
      <p:sp>
        <p:nvSpPr>
          <p:cNvPr id="2990" name="Google Shape;2990;p103"/>
          <p:cNvSpPr/>
          <p:nvPr/>
        </p:nvSpPr>
        <p:spPr>
          <a:xfrm>
            <a:off x="9717167" y="5813703"/>
            <a:ext cx="4149090" cy="72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5650"/>
              <a:buFont typeface="Heebo"/>
              <a:buNone/>
            </a:pPr>
            <a:r>
              <a:rPr b="1" i="0" lang="en-US" sz="565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Human</a:t>
            </a:r>
            <a:endParaRPr b="0" i="0" sz="5650" u="none" cap="none" strike="noStrike"/>
          </a:p>
        </p:txBody>
      </p:sp>
      <p:sp>
        <p:nvSpPr>
          <p:cNvPr id="2991" name="Google Shape;2991;p103"/>
          <p:cNvSpPr/>
          <p:nvPr/>
        </p:nvSpPr>
        <p:spPr>
          <a:xfrm>
            <a:off x="10427137" y="6806922"/>
            <a:ext cx="2729151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100"/>
              <a:buFont typeface="Heebo"/>
              <a:buNone/>
            </a:pPr>
            <a:r>
              <a:rPr b="1" i="0" lang="en-US" sz="21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Evaluación humana</a:t>
            </a:r>
            <a:endParaRPr b="0" i="0" sz="2100" u="none" cap="none" strike="noStrike"/>
          </a:p>
        </p:txBody>
      </p:sp>
      <p:sp>
        <p:nvSpPr>
          <p:cNvPr id="2992" name="Google Shape;2992;p103"/>
          <p:cNvSpPr/>
          <p:nvPr/>
        </p:nvSpPr>
        <p:spPr>
          <a:xfrm>
            <a:off x="9717167" y="7279005"/>
            <a:ext cx="4149090" cy="349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00"/>
              <a:buFont typeface="Catamaran"/>
              <a:buNone/>
            </a:pPr>
            <a:r>
              <a:rPr b="0" i="0" lang="en-US" sz="170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Calidad percibida por hablantes nativos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7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p104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Discusión final</a:t>
            </a:r>
            <a:endParaRPr b="0" i="0" sz="4450" u="none" cap="none" strike="noStrike"/>
          </a:p>
        </p:txBody>
      </p:sp>
      <p:sp>
        <p:nvSpPr>
          <p:cNvPr id="2999" name="Google Shape;2999;p104"/>
          <p:cNvSpPr/>
          <p:nvPr/>
        </p:nvSpPr>
        <p:spPr>
          <a:xfrm>
            <a:off x="793790" y="3798808"/>
            <a:ext cx="393573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Impacto en lenguas originarias</a:t>
            </a:r>
            <a:endParaRPr b="0" i="0" sz="2200" u="none" cap="none" strike="noStrike"/>
          </a:p>
        </p:txBody>
      </p:sp>
      <p:sp>
        <p:nvSpPr>
          <p:cNvPr id="3000" name="Google Shape;3000;p104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Preservación digital</a:t>
            </a:r>
            <a:endParaRPr b="0" i="0" sz="1750" u="none" cap="none" strike="noStrike"/>
          </a:p>
        </p:txBody>
      </p:sp>
      <p:sp>
        <p:nvSpPr>
          <p:cNvPr id="3001" name="Google Shape;3001;p104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Acceso a información</a:t>
            </a:r>
            <a:endParaRPr b="0" i="0" sz="1750" u="none" cap="none" strike="noStrike"/>
          </a:p>
        </p:txBody>
      </p:sp>
      <p:sp>
        <p:nvSpPr>
          <p:cNvPr id="3002" name="Google Shape;3002;p10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Revitalización lingüística</a:t>
            </a:r>
            <a:endParaRPr b="0" i="0" sz="1750" u="none" cap="none" strike="noStrike"/>
          </a:p>
        </p:txBody>
      </p:sp>
      <p:sp>
        <p:nvSpPr>
          <p:cNvPr id="3003" name="Google Shape;3003;p104"/>
          <p:cNvSpPr/>
          <p:nvPr/>
        </p:nvSpPr>
        <p:spPr>
          <a:xfrm>
            <a:off x="7599521" y="3798808"/>
            <a:ext cx="297703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Consideraciones éticas</a:t>
            </a:r>
            <a:endParaRPr b="0" i="0" sz="2200" u="none" cap="none" strike="noStrike"/>
          </a:p>
        </p:txBody>
      </p:sp>
      <p:sp>
        <p:nvSpPr>
          <p:cNvPr id="3004" name="Google Shape;3004;p104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Participación comunitaria</a:t>
            </a:r>
            <a:endParaRPr b="0" i="0" sz="1750" u="none" cap="none" strike="noStrike"/>
          </a:p>
        </p:txBody>
      </p:sp>
      <p:sp>
        <p:nvSpPr>
          <p:cNvPr id="3005" name="Google Shape;3005;p104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Propiedad intelectual</a:t>
            </a:r>
            <a:endParaRPr b="0" i="0" sz="1750" u="none" cap="none" strike="noStrike"/>
          </a:p>
        </p:txBody>
      </p:sp>
      <p:sp>
        <p:nvSpPr>
          <p:cNvPr id="3006" name="Google Shape;3006;p104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Char char="•"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Representación cultural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p105"/>
          <p:cNvSpPr/>
          <p:nvPr/>
        </p:nvSpPr>
        <p:spPr>
          <a:xfrm>
            <a:off x="793790" y="1678781"/>
            <a:ext cx="832056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Lecturas recomendadas y tareas</a:t>
            </a:r>
            <a:endParaRPr b="0" i="0" sz="4450" u="none" cap="none" strike="noStrike"/>
          </a:p>
        </p:txBody>
      </p:sp>
      <p:sp>
        <p:nvSpPr>
          <p:cNvPr id="3013" name="Google Shape;3013;p105"/>
          <p:cNvSpPr/>
          <p:nvPr/>
        </p:nvSpPr>
        <p:spPr>
          <a:xfrm>
            <a:off x="793790" y="284118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Lecturas esenciales para profundizar en traducción automática:</a:t>
            </a:r>
            <a:endParaRPr b="0" i="0" sz="1750" u="none" cap="none" strike="noStrike"/>
          </a:p>
        </p:txBody>
      </p:sp>
      <p:sp>
        <p:nvSpPr>
          <p:cNvPr id="3014" name="Google Shape;3014;p105"/>
          <p:cNvSpPr/>
          <p:nvPr/>
        </p:nvSpPr>
        <p:spPr>
          <a:xfrm>
            <a:off x="793790" y="3459242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105"/>
          <p:cNvSpPr/>
          <p:nvPr/>
        </p:nvSpPr>
        <p:spPr>
          <a:xfrm>
            <a:off x="1530906" y="3537109"/>
            <a:ext cx="3421499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Koehn, P. (2017). Statistical Machine Translation</a:t>
            </a:r>
            <a:endParaRPr b="0" i="0" sz="2200" u="none" cap="none" strike="noStrike"/>
          </a:p>
        </p:txBody>
      </p:sp>
      <p:sp>
        <p:nvSpPr>
          <p:cNvPr id="3016" name="Google Shape;3016;p105"/>
          <p:cNvSpPr/>
          <p:nvPr/>
        </p:nvSpPr>
        <p:spPr>
          <a:xfrm>
            <a:off x="1530906" y="4736187"/>
            <a:ext cx="342149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Una visión general completa de los métodos estadísticos para la traducción automática, fundamentos importantes incluso en la era de los modelos neuronales.</a:t>
            </a:r>
            <a:endParaRPr b="0" i="0" sz="1750" u="none" cap="none" strike="noStrike"/>
          </a:p>
        </p:txBody>
      </p:sp>
      <p:sp>
        <p:nvSpPr>
          <p:cNvPr id="3017" name="Google Shape;3017;p105"/>
          <p:cNvSpPr/>
          <p:nvPr/>
        </p:nvSpPr>
        <p:spPr>
          <a:xfrm>
            <a:off x="5235893" y="3459242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105"/>
          <p:cNvSpPr/>
          <p:nvPr/>
        </p:nvSpPr>
        <p:spPr>
          <a:xfrm>
            <a:off x="5973008" y="3537109"/>
            <a:ext cx="342149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Vaswani et al. (2017). Attention is All You Need</a:t>
            </a:r>
            <a:endParaRPr b="0" i="0" sz="2200" u="none" cap="none" strike="noStrike"/>
          </a:p>
        </p:txBody>
      </p:sp>
      <p:sp>
        <p:nvSpPr>
          <p:cNvPr id="3019" name="Google Shape;3019;p105"/>
          <p:cNvSpPr/>
          <p:nvPr/>
        </p:nvSpPr>
        <p:spPr>
          <a:xfrm>
            <a:off x="5973008" y="4381857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El paper fundacional que introduce la arquitectura Transformer, revolucionando el campo de la traducción automática neuronal.</a:t>
            </a:r>
            <a:endParaRPr b="0" i="0" sz="1750" u="none" cap="none" strike="noStrike"/>
          </a:p>
        </p:txBody>
      </p:sp>
      <p:sp>
        <p:nvSpPr>
          <p:cNvPr id="3020" name="Google Shape;3020;p105"/>
          <p:cNvSpPr/>
          <p:nvPr/>
        </p:nvSpPr>
        <p:spPr>
          <a:xfrm>
            <a:off x="9677995" y="3459242"/>
            <a:ext cx="510302" cy="510302"/>
          </a:xfrm>
          <a:prstGeom prst="roundRect">
            <a:avLst>
              <a:gd fmla="val 4000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p105"/>
          <p:cNvSpPr/>
          <p:nvPr/>
        </p:nvSpPr>
        <p:spPr>
          <a:xfrm>
            <a:off x="10415111" y="3537109"/>
            <a:ext cx="342149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NLLB Team (2022). No Language Left Behind</a:t>
            </a:r>
            <a:endParaRPr b="0" i="0" sz="2200" u="none" cap="none" strike="noStrike"/>
          </a:p>
        </p:txBody>
      </p:sp>
      <p:sp>
        <p:nvSpPr>
          <p:cNvPr id="3022" name="Google Shape;3022;p105"/>
          <p:cNvSpPr/>
          <p:nvPr/>
        </p:nvSpPr>
        <p:spPr>
          <a:xfrm>
            <a:off x="10415111" y="4381857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Investigación reciente sobre modelos multilingües que buscan abordar el problema de las lenguas con escasos recursos.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28" name="Google Shape;302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9" name="Google Shape;3029;p106"/>
          <p:cNvSpPr/>
          <p:nvPr/>
        </p:nvSpPr>
        <p:spPr>
          <a:xfrm>
            <a:off x="793790" y="165473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831B1"/>
              </a:buClr>
              <a:buSzPts val="4450"/>
              <a:buFont typeface="Heebo"/>
              <a:buNone/>
            </a:pPr>
            <a:r>
              <a:rPr b="1" i="0" lang="en-US" sz="4450" u="none" cap="none" strike="noStrike">
                <a:solidFill>
                  <a:srgbClr val="5831B1"/>
                </a:solidFill>
                <a:latin typeface="Heebo"/>
                <a:ea typeface="Heebo"/>
                <a:cs typeface="Heebo"/>
                <a:sym typeface="Heebo"/>
              </a:rPr>
              <a:t>Cierre</a:t>
            </a:r>
            <a:endParaRPr b="0" i="0" sz="4450" u="none" cap="none" strike="noStrike"/>
          </a:p>
        </p:txBody>
      </p:sp>
      <p:pic>
        <p:nvPicPr>
          <p:cNvPr descr="preencoded.png" id="3030" name="Google Shape;3030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74331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031" name="Google Shape;3031;p106"/>
          <p:cNvSpPr/>
          <p:nvPr/>
        </p:nvSpPr>
        <p:spPr>
          <a:xfrm>
            <a:off x="1587579" y="28383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Preguntas</a:t>
            </a:r>
            <a:endParaRPr b="0" i="0" sz="2200" u="none" cap="none" strike="noStrike"/>
          </a:p>
        </p:txBody>
      </p:sp>
      <p:sp>
        <p:nvSpPr>
          <p:cNvPr id="3032" name="Google Shape;3032;p106"/>
          <p:cNvSpPr/>
          <p:nvPr/>
        </p:nvSpPr>
        <p:spPr>
          <a:xfrm>
            <a:off x="1587579" y="3328749"/>
            <a:ext cx="67626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Resolución de dudas</a:t>
            </a:r>
            <a:endParaRPr b="0" i="0" sz="1750" u="none" cap="none" strike="noStrike"/>
          </a:p>
        </p:txBody>
      </p:sp>
      <p:pic>
        <p:nvPicPr>
          <p:cNvPr descr="preencoded.png" id="3033" name="Google Shape;3033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18492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034" name="Google Shape;3034;p106"/>
          <p:cNvSpPr/>
          <p:nvPr/>
        </p:nvSpPr>
        <p:spPr>
          <a:xfrm>
            <a:off x="1587579" y="427994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Próxima sesión</a:t>
            </a:r>
            <a:endParaRPr b="0" i="0" sz="2200" u="none" cap="none" strike="noStrike"/>
          </a:p>
        </p:txBody>
      </p:sp>
      <p:sp>
        <p:nvSpPr>
          <p:cNvPr id="3035" name="Google Shape;3035;p106"/>
          <p:cNvSpPr/>
          <p:nvPr/>
        </p:nvSpPr>
        <p:spPr>
          <a:xfrm>
            <a:off x="1587579" y="4770358"/>
            <a:ext cx="67626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Generación de texto y TTS</a:t>
            </a:r>
            <a:endParaRPr b="0" i="0" sz="1750" u="none" cap="none" strike="noStrike"/>
          </a:p>
        </p:txBody>
      </p:sp>
      <p:pic>
        <p:nvPicPr>
          <p:cNvPr descr="preencoded.png" id="3036" name="Google Shape;3036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62653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037" name="Google Shape;3037;p106"/>
          <p:cNvSpPr/>
          <p:nvPr/>
        </p:nvSpPr>
        <p:spPr>
          <a:xfrm>
            <a:off x="1587579" y="5721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2200"/>
              <a:buFont typeface="Heebo"/>
              <a:buNone/>
            </a:pPr>
            <a:r>
              <a:rPr b="1" i="0" lang="en-US" sz="2200" u="none" cap="none" strike="noStrike">
                <a:solidFill>
                  <a:srgbClr val="0C0B0C"/>
                </a:solidFill>
                <a:latin typeface="Heebo"/>
                <a:ea typeface="Heebo"/>
                <a:cs typeface="Heebo"/>
                <a:sym typeface="Heebo"/>
              </a:rPr>
              <a:t>Agradecimientos</a:t>
            </a:r>
            <a:endParaRPr b="0" i="0" sz="2200" u="none" cap="none" strike="noStrike"/>
          </a:p>
        </p:txBody>
      </p:sp>
      <p:sp>
        <p:nvSpPr>
          <p:cNvPr id="3038" name="Google Shape;3038;p106"/>
          <p:cNvSpPr/>
          <p:nvPr/>
        </p:nvSpPr>
        <p:spPr>
          <a:xfrm>
            <a:off x="1587579" y="6211967"/>
            <a:ext cx="67626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C0B0C"/>
              </a:buClr>
              <a:buSzPts val="1750"/>
              <a:buFont typeface="Catamaran"/>
              <a:buNone/>
            </a:pPr>
            <a:r>
              <a:rPr b="0" i="0" lang="en-US" sz="1750" u="none" cap="none" strike="noStrike">
                <a:solidFill>
                  <a:srgbClr val="0C0B0C"/>
                </a:solidFill>
                <a:latin typeface="Catamaran"/>
                <a:ea typeface="Catamaran"/>
                <a:cs typeface="Catamaran"/>
                <a:sym typeface="Catamaran"/>
              </a:rPr>
              <a:t>Por vuestra atención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uman Language by Slidesgo">
  <a:themeElements>
    <a:clrScheme name="Simple Light">
      <a:dk1>
        <a:srgbClr val="3A204F"/>
      </a:dk1>
      <a:lt1>
        <a:srgbClr val="5831B1"/>
      </a:lt1>
      <a:dk2>
        <a:srgbClr val="53C8C0"/>
      </a:dk2>
      <a:lt2>
        <a:srgbClr val="E7FDFB"/>
      </a:lt2>
      <a:accent1>
        <a:srgbClr val="AB3853"/>
      </a:accent1>
      <a:accent2>
        <a:srgbClr val="FF4E5F"/>
      </a:accent2>
      <a:accent3>
        <a:srgbClr val="FFF3F4"/>
      </a:accent3>
      <a:accent4>
        <a:srgbClr val="FFA432"/>
      </a:accent4>
      <a:accent5>
        <a:srgbClr val="FFD232"/>
      </a:accent5>
      <a:accent6>
        <a:srgbClr val="FFFFFF"/>
      </a:accent6>
      <a:hlink>
        <a:srgbClr val="3A20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