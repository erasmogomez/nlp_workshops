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3"/>
    <p:sldMasterId id="214748373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291" r:id="rId56"/>
  </p:sldIdLst>
  <p:sldSz cy="5143500" cx="9144000"/>
  <p:notesSz cx="6858000" cy="9144000"/>
  <p:embeddedFontLst>
    <p:embeddedFont>
      <p:font typeface="Catamaran"/>
      <p:regular r:id="rId10"/>
      <p:bold r:id="rId11"/>
    </p:embeddedFont>
    <p:embeddedFont>
      <p:font typeface="Heebo"/>
      <p:regular r:id="rId12"/>
      <p:bold r:id="rId13"/>
    </p:embeddedFont>
    <p:embeddedFont>
      <p:font typeface="Palanquin Dark"/>
      <p:regular r:id="rId14"/>
      <p:bold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Heebo Black"/>
      <p:bold r:id="rId20"/>
    </p:embeddedFont>
    <p:embeddedFont>
      <p:font typeface="Catamaran Medium"/>
      <p:regular r:id="rId21"/>
      <p:bold r:id="rId22"/>
    </p:embeddedFont>
    <p:embeddedFont>
      <p:font typeface="Abhaya Libre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10" Type="http://schemas.openxmlformats.org/officeDocument/2006/relationships/font" Target="fonts/Catamaran-regular.fntdata"/><Relationship Id="rId11" Type="http://schemas.openxmlformats.org/officeDocument/2006/relationships/font" Target="fonts/Catamaran-bold.fntdata"/><Relationship Id="rId12" Type="http://schemas.openxmlformats.org/officeDocument/2006/relationships/font" Target="fonts/Heebo-regular.fntdata"/><Relationship Id="rId13" Type="http://schemas.openxmlformats.org/officeDocument/2006/relationships/font" Target="fonts/Heebo-bold.fntdata"/><Relationship Id="rId14" Type="http://schemas.openxmlformats.org/officeDocument/2006/relationships/font" Target="fonts/PalanquinDark-regular.fntdata"/><Relationship Id="rId15" Type="http://schemas.openxmlformats.org/officeDocument/2006/relationships/font" Target="fonts/PalanquinDark-bold.fntdata"/><Relationship Id="rId16" Type="http://schemas.openxmlformats.org/officeDocument/2006/relationships/font" Target="fonts/Montserrat-regular.fntdata"/><Relationship Id="rId17" Type="http://schemas.openxmlformats.org/officeDocument/2006/relationships/font" Target="fonts/Montserrat-bold.fntdata"/><Relationship Id="rId18" Type="http://schemas.openxmlformats.org/officeDocument/2006/relationships/font" Target="fonts/Montserrat-italic.fntdata"/><Relationship Id="rId19" Type="http://schemas.openxmlformats.org/officeDocument/2006/relationships/font" Target="fonts/Montserrat-boldItalic.fntdata"/><Relationship Id="rId2" Type="http://schemas.openxmlformats.org/officeDocument/2006/relationships/presProps" Target="presProps.xml"/><Relationship Id="rId20" Type="http://schemas.openxmlformats.org/officeDocument/2006/relationships/font" Target="fonts/HeeboBlack-bold.fntdata"/><Relationship Id="rId21" Type="http://schemas.openxmlformats.org/officeDocument/2006/relationships/font" Target="fonts/CatamaranMedium-regular.fntdata"/><Relationship Id="rId22" Type="http://schemas.openxmlformats.org/officeDocument/2006/relationships/font" Target="fonts/CatamaranMedium-bold.fntdata"/><Relationship Id="rId23" Type="http://schemas.openxmlformats.org/officeDocument/2006/relationships/font" Target="fonts/AbhayaLibre-regular.fntdata"/><Relationship Id="rId24" Type="http://schemas.openxmlformats.org/officeDocument/2006/relationships/font" Target="fonts/AbhayaLibre-bold.fntdata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" Type="http://schemas.openxmlformats.org/officeDocument/2006/relationships/slideMaster" Target="slideMasters/slideMaster1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" Type="http://schemas.openxmlformats.org/officeDocument/2006/relationships/slideMaster" Target="slideMasters/slideMaster2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" Type="http://schemas.openxmlformats.org/officeDocument/2006/relationships/notesMaster" Target="notesMasters/notesMaster1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schemas.openxmlformats.org/officeDocument/2006/relationships/slide" Target="slides/slide32.xml"/><Relationship Id="rId53" Type="http://schemas.openxmlformats.org/officeDocument/2006/relationships/slide" Target="slides/slide33.xml"/><Relationship Id="rId54" Type="http://schemas.openxmlformats.org/officeDocument/2006/relationships/slide" Target="slides/slide34.xml"/><Relationship Id="rId55" Type="http://schemas.openxmlformats.org/officeDocument/2006/relationships/slide" Target="slides/slide35.xml"/><Relationship Id="rId56" Type="http://schemas.openxmlformats.org/officeDocument/2006/relationships/slide" Target="slides/slide3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1" name="Shape 4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2" name="Google Shape;4602;g2083732fb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3" name="Google Shape;4603;g2083732fb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2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g15207a1783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4" name="Google Shape;4654;g15207a1783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6" name="Shape 4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7" name="Google Shape;4677;g15207a17831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8" name="Google Shape;4678;g15207a17831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9" name="Shape 4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" name="Google Shape;4730;g2d0c92ebbf8_1_2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1" name="Google Shape;4731;g2d0c92ebbf8_1_2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854346" y="1195013"/>
            <a:ext cx="4202621" cy="5458706"/>
            <a:chOff x="4854346" y="1195013"/>
            <a:chExt cx="4202621" cy="5458706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4854346" y="2100776"/>
              <a:ext cx="1509962" cy="4552943"/>
              <a:chOff x="4749600" y="2924725"/>
              <a:chExt cx="1313125" cy="3959425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7547033" y="1195013"/>
              <a:ext cx="1509934" cy="4224416"/>
              <a:chOff x="5789900" y="1448250"/>
              <a:chExt cx="1313100" cy="3673725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6245246" y="1649451"/>
              <a:ext cx="1509962" cy="4552943"/>
              <a:chOff x="4749600" y="2924725"/>
              <a:chExt cx="1313125" cy="3959425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" name="Google Shape;28;p2"/>
          <p:cNvGrpSpPr/>
          <p:nvPr/>
        </p:nvGrpSpPr>
        <p:grpSpPr>
          <a:xfrm>
            <a:off x="2967358" y="370901"/>
            <a:ext cx="2403704" cy="522741"/>
            <a:chOff x="4007175" y="1128725"/>
            <a:chExt cx="2166475" cy="471150"/>
          </a:xfrm>
        </p:grpSpPr>
        <p:sp>
          <p:nvSpPr>
            <p:cNvPr id="29" name="Google Shape;29;p2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5439807" y="127691"/>
            <a:ext cx="373419" cy="350637"/>
            <a:chOff x="3708550" y="3474950"/>
            <a:chExt cx="256100" cy="240475"/>
          </a:xfrm>
        </p:grpSpPr>
        <p:sp>
          <p:nvSpPr>
            <p:cNvPr id="32" name="Google Shape;32;p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774567" y="3920787"/>
            <a:ext cx="3555360" cy="1969672"/>
            <a:chOff x="774567" y="3920787"/>
            <a:chExt cx="3555360" cy="1969672"/>
          </a:xfrm>
        </p:grpSpPr>
        <p:grpSp>
          <p:nvGrpSpPr>
            <p:cNvPr id="35" name="Google Shape;35;p2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" name="Google Shape;41;p2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42" name="Google Shape;42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" name="Google Shape;47;p2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48" name="Google Shape;48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" name="Google Shape;53;p2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54" name="Google Shape;54;p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2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60" name="Google Shape;60;p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7" name="Google Shape;77;p2"/>
          <p:cNvSpPr txBox="1"/>
          <p:nvPr>
            <p:ph type="ctrTitle"/>
          </p:nvPr>
        </p:nvSpPr>
        <p:spPr>
          <a:xfrm>
            <a:off x="739463" y="1364627"/>
            <a:ext cx="3848100" cy="1939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Heebo Black"/>
                <a:ea typeface="Heebo Black"/>
                <a:cs typeface="Heebo Black"/>
                <a:sym typeface="Heeb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" name="Google Shape;78;p2"/>
          <p:cNvSpPr txBox="1"/>
          <p:nvPr>
            <p:ph idx="1" type="subTitle"/>
          </p:nvPr>
        </p:nvSpPr>
        <p:spPr>
          <a:xfrm>
            <a:off x="739475" y="3418527"/>
            <a:ext cx="3848100" cy="435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3"/>
          <p:cNvGrpSpPr/>
          <p:nvPr/>
        </p:nvGrpSpPr>
        <p:grpSpPr>
          <a:xfrm>
            <a:off x="-221945" y="1651909"/>
            <a:ext cx="1529562" cy="487037"/>
            <a:chOff x="2293625" y="793625"/>
            <a:chExt cx="1052475" cy="335125"/>
          </a:xfrm>
        </p:grpSpPr>
        <p:sp>
          <p:nvSpPr>
            <p:cNvPr id="81" name="Google Shape;81;p3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" name="Google Shape;83;p3"/>
          <p:cNvGrpSpPr/>
          <p:nvPr/>
        </p:nvGrpSpPr>
        <p:grpSpPr>
          <a:xfrm>
            <a:off x="8122457" y="520691"/>
            <a:ext cx="373419" cy="350637"/>
            <a:chOff x="3708550" y="3474950"/>
            <a:chExt cx="256100" cy="240475"/>
          </a:xfrm>
        </p:grpSpPr>
        <p:sp>
          <p:nvSpPr>
            <p:cNvPr id="84" name="Google Shape;84;p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3"/>
          <p:cNvSpPr txBox="1"/>
          <p:nvPr>
            <p:ph type="title"/>
          </p:nvPr>
        </p:nvSpPr>
        <p:spPr>
          <a:xfrm>
            <a:off x="713364" y="2364575"/>
            <a:ext cx="3858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87" name="Google Shape;87;p3"/>
          <p:cNvSpPr txBox="1"/>
          <p:nvPr>
            <p:ph hasCustomPrompt="1" idx="2" type="title"/>
          </p:nvPr>
        </p:nvSpPr>
        <p:spPr>
          <a:xfrm>
            <a:off x="2759400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88" name="Google Shape;88;p3"/>
          <p:cNvSpPr txBox="1"/>
          <p:nvPr>
            <p:ph idx="1" type="subTitle"/>
          </p:nvPr>
        </p:nvSpPr>
        <p:spPr>
          <a:xfrm>
            <a:off x="713225" y="3949800"/>
            <a:ext cx="3858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4"/>
          <p:cNvGrpSpPr/>
          <p:nvPr/>
        </p:nvGrpSpPr>
        <p:grpSpPr>
          <a:xfrm flipH="1">
            <a:off x="1003167" y="3920787"/>
            <a:ext cx="3555360" cy="1969672"/>
            <a:chOff x="774567" y="3920787"/>
            <a:chExt cx="3555360" cy="1969672"/>
          </a:xfrm>
        </p:grpSpPr>
        <p:grpSp>
          <p:nvGrpSpPr>
            <p:cNvPr id="91" name="Google Shape;91;p4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" name="Google Shape;97;p4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98" name="Google Shape;98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104" name="Google Shape;104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" name="Google Shape;109;p4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110" name="Google Shape;110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" name="Google Shape;115;p4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116" name="Google Shape;116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" name="Google Shape;121;p4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122" name="Google Shape;122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" name="Google Shape;127;p4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128" name="Google Shape;128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3" name="Google Shape;133;p4"/>
          <p:cNvGrpSpPr/>
          <p:nvPr/>
        </p:nvGrpSpPr>
        <p:grpSpPr>
          <a:xfrm flipH="1">
            <a:off x="4558517" y="3920787"/>
            <a:ext cx="3555360" cy="1969672"/>
            <a:chOff x="774567" y="3920787"/>
            <a:chExt cx="3555360" cy="1969672"/>
          </a:xfrm>
        </p:grpSpPr>
        <p:grpSp>
          <p:nvGrpSpPr>
            <p:cNvPr id="134" name="Google Shape;134;p4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135" name="Google Shape;135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" name="Google Shape;140;p4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141" name="Google Shape;141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" name="Google Shape;146;p4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147" name="Google Shape;147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" name="Google Shape;152;p4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153" name="Google Shape;153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" name="Google Shape;158;p4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159" name="Google Shape;159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" name="Google Shape;164;p4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" name="Google Shape;170;p4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6" name="Google Shape;176;p4"/>
          <p:cNvGrpSpPr/>
          <p:nvPr/>
        </p:nvGrpSpPr>
        <p:grpSpPr>
          <a:xfrm>
            <a:off x="713233" y="278126"/>
            <a:ext cx="2403704" cy="522741"/>
            <a:chOff x="4007175" y="1128725"/>
            <a:chExt cx="2166475" cy="471150"/>
          </a:xfrm>
        </p:grpSpPr>
        <p:sp>
          <p:nvSpPr>
            <p:cNvPr id="177" name="Google Shape;177;p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4"/>
          <p:cNvGrpSpPr/>
          <p:nvPr/>
        </p:nvGrpSpPr>
        <p:grpSpPr>
          <a:xfrm>
            <a:off x="7128732" y="188866"/>
            <a:ext cx="373419" cy="350637"/>
            <a:chOff x="3708550" y="3474950"/>
            <a:chExt cx="256100" cy="240475"/>
          </a:xfrm>
        </p:grpSpPr>
        <p:sp>
          <p:nvSpPr>
            <p:cNvPr id="180" name="Google Shape;180;p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4"/>
          <p:cNvSpPr txBox="1"/>
          <p:nvPr>
            <p:ph type="title"/>
          </p:nvPr>
        </p:nvSpPr>
        <p:spPr>
          <a:xfrm>
            <a:off x="713225" y="1222150"/>
            <a:ext cx="36261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4"/>
          <p:cNvSpPr txBox="1"/>
          <p:nvPr>
            <p:ph idx="1" type="body"/>
          </p:nvPr>
        </p:nvSpPr>
        <p:spPr>
          <a:xfrm>
            <a:off x="713225" y="1982300"/>
            <a:ext cx="3626100" cy="20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184" name="Google Shape;184;p4"/>
          <p:cNvSpPr/>
          <p:nvPr>
            <p:ph idx="2" type="pic"/>
          </p:nvPr>
        </p:nvSpPr>
        <p:spPr>
          <a:xfrm>
            <a:off x="4545178" y="964050"/>
            <a:ext cx="3885600" cy="321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5"/>
          <p:cNvGrpSpPr/>
          <p:nvPr/>
        </p:nvGrpSpPr>
        <p:grpSpPr>
          <a:xfrm flipH="1" rot="900065">
            <a:off x="62255" y="877154"/>
            <a:ext cx="695443" cy="572745"/>
            <a:chOff x="7315125" y="1121525"/>
            <a:chExt cx="1112525" cy="916100"/>
          </a:xfrm>
        </p:grpSpPr>
        <p:sp>
          <p:nvSpPr>
            <p:cNvPr id="187" name="Google Shape;187;p5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" name="Google Shape;189;p5"/>
          <p:cNvGrpSpPr/>
          <p:nvPr/>
        </p:nvGrpSpPr>
        <p:grpSpPr>
          <a:xfrm flipH="1" rot="-900165">
            <a:off x="8487922" y="367098"/>
            <a:ext cx="615846" cy="522680"/>
            <a:chOff x="6064225" y="1470325"/>
            <a:chExt cx="1112500" cy="944200"/>
          </a:xfrm>
        </p:grpSpPr>
        <p:sp>
          <p:nvSpPr>
            <p:cNvPr id="190" name="Google Shape;190;p5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" name="Google Shape;192;p5"/>
          <p:cNvGrpSpPr/>
          <p:nvPr/>
        </p:nvGrpSpPr>
        <p:grpSpPr>
          <a:xfrm flipH="1">
            <a:off x="8384481" y="1264121"/>
            <a:ext cx="1177778" cy="435980"/>
            <a:chOff x="1119600" y="2506400"/>
            <a:chExt cx="763700" cy="282700"/>
          </a:xfrm>
        </p:grpSpPr>
        <p:sp>
          <p:nvSpPr>
            <p:cNvPr id="193" name="Google Shape;193;p5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" name="Google Shape;195;p5"/>
          <p:cNvSpPr txBox="1"/>
          <p:nvPr>
            <p:ph idx="1" type="subTitle"/>
          </p:nvPr>
        </p:nvSpPr>
        <p:spPr>
          <a:xfrm>
            <a:off x="1151175" y="1843250"/>
            <a:ext cx="3420900" cy="21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6" name="Google Shape;196;p5"/>
          <p:cNvSpPr txBox="1"/>
          <p:nvPr>
            <p:ph idx="2" type="subTitle"/>
          </p:nvPr>
        </p:nvSpPr>
        <p:spPr>
          <a:xfrm>
            <a:off x="4571950" y="1843250"/>
            <a:ext cx="3420900" cy="21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7" name="Google Shape;197;p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6"/>
          <p:cNvGrpSpPr/>
          <p:nvPr/>
        </p:nvGrpSpPr>
        <p:grpSpPr>
          <a:xfrm>
            <a:off x="-1228097" y="2993110"/>
            <a:ext cx="2141486" cy="2637114"/>
            <a:chOff x="7326200" y="3196774"/>
            <a:chExt cx="1997283" cy="2459535"/>
          </a:xfrm>
        </p:grpSpPr>
        <p:grpSp>
          <p:nvGrpSpPr>
            <p:cNvPr id="200" name="Google Shape;200;p6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01" name="Google Shape;201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6" name="Google Shape;206;p6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07" name="Google Shape;207;p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" name="Google Shape;212;p6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13" name="Google Shape;213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8" name="Google Shape;218;p6"/>
          <p:cNvGrpSpPr/>
          <p:nvPr/>
        </p:nvGrpSpPr>
        <p:grpSpPr>
          <a:xfrm>
            <a:off x="7751728" y="3074885"/>
            <a:ext cx="2141486" cy="2637114"/>
            <a:chOff x="7326200" y="3196774"/>
            <a:chExt cx="1997283" cy="2459535"/>
          </a:xfrm>
        </p:grpSpPr>
        <p:grpSp>
          <p:nvGrpSpPr>
            <p:cNvPr id="219" name="Google Shape;219;p6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7" name="Google Shape;237;p6"/>
          <p:cNvGrpSpPr/>
          <p:nvPr/>
        </p:nvGrpSpPr>
        <p:grpSpPr>
          <a:xfrm>
            <a:off x="7964518" y="-325823"/>
            <a:ext cx="1465607" cy="1243984"/>
            <a:chOff x="6064225" y="1470325"/>
            <a:chExt cx="1112500" cy="944200"/>
          </a:xfrm>
        </p:grpSpPr>
        <p:sp>
          <p:nvSpPr>
            <p:cNvPr id="238" name="Google Shape;238;p6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6"/>
          <p:cNvGrpSpPr/>
          <p:nvPr/>
        </p:nvGrpSpPr>
        <p:grpSpPr>
          <a:xfrm>
            <a:off x="8264475" y="1811675"/>
            <a:ext cx="1052475" cy="335125"/>
            <a:chOff x="2293625" y="793625"/>
            <a:chExt cx="1052475" cy="335125"/>
          </a:xfrm>
        </p:grpSpPr>
        <p:sp>
          <p:nvSpPr>
            <p:cNvPr id="241" name="Google Shape;241;p6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" name="Google Shape;243;p6"/>
          <p:cNvGrpSpPr/>
          <p:nvPr/>
        </p:nvGrpSpPr>
        <p:grpSpPr>
          <a:xfrm flipH="1">
            <a:off x="6939182" y="188866"/>
            <a:ext cx="373419" cy="350637"/>
            <a:chOff x="3708550" y="3474950"/>
            <a:chExt cx="256100" cy="240475"/>
          </a:xfrm>
        </p:grpSpPr>
        <p:sp>
          <p:nvSpPr>
            <p:cNvPr id="244" name="Google Shape;244;p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" name="Google Shape;246;p6"/>
          <p:cNvGrpSpPr/>
          <p:nvPr/>
        </p:nvGrpSpPr>
        <p:grpSpPr>
          <a:xfrm flipH="1">
            <a:off x="192957" y="636466"/>
            <a:ext cx="373419" cy="350637"/>
            <a:chOff x="3708550" y="3474950"/>
            <a:chExt cx="256100" cy="240475"/>
          </a:xfrm>
        </p:grpSpPr>
        <p:sp>
          <p:nvSpPr>
            <p:cNvPr id="247" name="Google Shape;247;p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7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252" name="Google Shape;252;p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53" name="Google Shape;253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59" name="Google Shape;259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" name="Google Shape;264;p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65" name="Google Shape;265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71" name="Google Shape;271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77" name="Google Shape;277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2" name="Google Shape;282;p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83" name="Google Shape;283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8" name="Google Shape;288;p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89" name="Google Shape;289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4" name="Google Shape;294;p7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295" name="Google Shape;295;p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96" name="Google Shape;296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" name="Google Shape;301;p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02" name="Google Shape;302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7" name="Google Shape;307;p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08" name="Google Shape;308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3" name="Google Shape;313;p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14" name="Google Shape;314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9" name="Google Shape;319;p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20" name="Google Shape;320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" name="Google Shape;325;p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26" name="Google Shape;326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1" name="Google Shape;331;p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32" name="Google Shape;332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7" name="Google Shape;337;p7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338" name="Google Shape;338;p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39" name="Google Shape;339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" name="Google Shape;344;p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45" name="Google Shape;345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0" name="Google Shape;350;p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51" name="Google Shape;351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6" name="Google Shape;356;p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57" name="Google Shape;357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63" name="Google Shape;363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8" name="Google Shape;368;p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69" name="Google Shape;369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4" name="Google Shape;374;p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75" name="Google Shape;375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0" name="Google Shape;380;p7"/>
          <p:cNvGrpSpPr/>
          <p:nvPr/>
        </p:nvGrpSpPr>
        <p:grpSpPr>
          <a:xfrm>
            <a:off x="5515367" y="52459"/>
            <a:ext cx="1529562" cy="487037"/>
            <a:chOff x="2293625" y="793625"/>
            <a:chExt cx="1052475" cy="335125"/>
          </a:xfrm>
        </p:grpSpPr>
        <p:sp>
          <p:nvSpPr>
            <p:cNvPr id="381" name="Google Shape;381;p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" name="Google Shape;383;p7"/>
          <p:cNvGrpSpPr/>
          <p:nvPr/>
        </p:nvGrpSpPr>
        <p:grpSpPr>
          <a:xfrm flipH="1">
            <a:off x="8394192" y="273003"/>
            <a:ext cx="373419" cy="350637"/>
            <a:chOff x="3708550" y="3474950"/>
            <a:chExt cx="256100" cy="240475"/>
          </a:xfrm>
        </p:grpSpPr>
        <p:sp>
          <p:nvSpPr>
            <p:cNvPr id="384" name="Google Shape;384;p7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6" name="Google Shape;386;p7"/>
          <p:cNvSpPr txBox="1"/>
          <p:nvPr>
            <p:ph idx="1" type="subTitle"/>
          </p:nvPr>
        </p:nvSpPr>
        <p:spPr>
          <a:xfrm>
            <a:off x="4601513" y="2983400"/>
            <a:ext cx="3713400" cy="9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387" name="Google Shape;387;p7"/>
          <p:cNvSpPr txBox="1"/>
          <p:nvPr>
            <p:ph type="title"/>
          </p:nvPr>
        </p:nvSpPr>
        <p:spPr>
          <a:xfrm>
            <a:off x="4601513" y="1183600"/>
            <a:ext cx="3713400" cy="18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388" name="Google Shape;388;p7"/>
          <p:cNvSpPr/>
          <p:nvPr>
            <p:ph idx="2" type="pic"/>
          </p:nvPr>
        </p:nvSpPr>
        <p:spPr>
          <a:xfrm>
            <a:off x="829088" y="964050"/>
            <a:ext cx="3215400" cy="321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8"/>
          <p:cNvGrpSpPr/>
          <p:nvPr/>
        </p:nvGrpSpPr>
        <p:grpSpPr>
          <a:xfrm flipH="1" rot="900019">
            <a:off x="8396201" y="151621"/>
            <a:ext cx="524402" cy="431815"/>
            <a:chOff x="7315125" y="1121525"/>
            <a:chExt cx="1112525" cy="916100"/>
          </a:xfrm>
        </p:grpSpPr>
        <p:sp>
          <p:nvSpPr>
            <p:cNvPr id="391" name="Google Shape;391;p8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8"/>
          <p:cNvGrpSpPr/>
          <p:nvPr/>
        </p:nvGrpSpPr>
        <p:grpSpPr>
          <a:xfrm>
            <a:off x="3551508" y="106163"/>
            <a:ext cx="2403704" cy="522741"/>
            <a:chOff x="4007175" y="1128725"/>
            <a:chExt cx="2166475" cy="471150"/>
          </a:xfrm>
        </p:grpSpPr>
        <p:sp>
          <p:nvSpPr>
            <p:cNvPr id="394" name="Google Shape;394;p8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6" name="Google Shape;396;p8"/>
          <p:cNvSpPr txBox="1"/>
          <p:nvPr>
            <p:ph type="title"/>
          </p:nvPr>
        </p:nvSpPr>
        <p:spPr>
          <a:xfrm>
            <a:off x="3016975" y="1205250"/>
            <a:ext cx="5413800" cy="27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9"/>
          <p:cNvGrpSpPr/>
          <p:nvPr/>
        </p:nvGrpSpPr>
        <p:grpSpPr>
          <a:xfrm>
            <a:off x="2799645" y="3920787"/>
            <a:ext cx="3555360" cy="1969672"/>
            <a:chOff x="774567" y="3920787"/>
            <a:chExt cx="3555360" cy="1969672"/>
          </a:xfrm>
        </p:grpSpPr>
        <p:grpSp>
          <p:nvGrpSpPr>
            <p:cNvPr id="399" name="Google Shape;399;p9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" name="Google Shape;405;p9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406" name="Google Shape;406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" name="Google Shape;411;p9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412" name="Google Shape;412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" name="Google Shape;417;p9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418" name="Google Shape;418;p9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" name="Google Shape;423;p9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424" name="Google Shape;424;p9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9" name="Google Shape;429;p9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430" name="Google Shape;430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5" name="Google Shape;435;p9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436" name="Google Shape;436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1" name="Google Shape;441;p9"/>
          <p:cNvSpPr txBox="1"/>
          <p:nvPr>
            <p:ph type="title"/>
          </p:nvPr>
        </p:nvSpPr>
        <p:spPr>
          <a:xfrm>
            <a:off x="2209950" y="1348675"/>
            <a:ext cx="47241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2" name="Google Shape;442;p9"/>
          <p:cNvSpPr txBox="1"/>
          <p:nvPr>
            <p:ph idx="1" type="subTitle"/>
          </p:nvPr>
        </p:nvSpPr>
        <p:spPr>
          <a:xfrm>
            <a:off x="2209950" y="2261825"/>
            <a:ext cx="47241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"/>
          <p:cNvSpPr txBox="1"/>
          <p:nvPr>
            <p:ph type="title"/>
          </p:nvPr>
        </p:nvSpPr>
        <p:spPr>
          <a:xfrm>
            <a:off x="713225" y="3967925"/>
            <a:ext cx="7717500" cy="631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11"/>
          <p:cNvGrpSpPr/>
          <p:nvPr/>
        </p:nvGrpSpPr>
        <p:grpSpPr>
          <a:xfrm rot="-900105">
            <a:off x="190674" y="182757"/>
            <a:ext cx="840665" cy="713489"/>
            <a:chOff x="6064225" y="1470325"/>
            <a:chExt cx="1112500" cy="944200"/>
          </a:xfrm>
        </p:grpSpPr>
        <p:sp>
          <p:nvSpPr>
            <p:cNvPr id="447" name="Google Shape;447;p11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1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" name="Google Shape;449;p11"/>
          <p:cNvGrpSpPr/>
          <p:nvPr/>
        </p:nvGrpSpPr>
        <p:grpSpPr>
          <a:xfrm rot="900019">
            <a:off x="8427592" y="752309"/>
            <a:ext cx="524402" cy="431815"/>
            <a:chOff x="7315125" y="1121525"/>
            <a:chExt cx="1112525" cy="916100"/>
          </a:xfrm>
        </p:grpSpPr>
        <p:sp>
          <p:nvSpPr>
            <p:cNvPr id="450" name="Google Shape;450;p1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" name="Google Shape;452;p11"/>
          <p:cNvGrpSpPr/>
          <p:nvPr/>
        </p:nvGrpSpPr>
        <p:grpSpPr>
          <a:xfrm flipH="1">
            <a:off x="3410381" y="65113"/>
            <a:ext cx="2403704" cy="522741"/>
            <a:chOff x="4007175" y="1128725"/>
            <a:chExt cx="2166475" cy="471150"/>
          </a:xfrm>
        </p:grpSpPr>
        <p:sp>
          <p:nvSpPr>
            <p:cNvPr id="453" name="Google Shape;453;p1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11"/>
          <p:cNvGrpSpPr/>
          <p:nvPr/>
        </p:nvGrpSpPr>
        <p:grpSpPr>
          <a:xfrm flipH="1">
            <a:off x="149867" y="1528666"/>
            <a:ext cx="373419" cy="350637"/>
            <a:chOff x="3708550" y="3474950"/>
            <a:chExt cx="256100" cy="240475"/>
          </a:xfrm>
        </p:grpSpPr>
        <p:sp>
          <p:nvSpPr>
            <p:cNvPr id="456" name="Google Shape;456;p1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8" name="Google Shape;458;p11"/>
          <p:cNvSpPr txBox="1"/>
          <p:nvPr>
            <p:ph hasCustomPrompt="1" type="title"/>
          </p:nvPr>
        </p:nvSpPr>
        <p:spPr>
          <a:xfrm flipH="1">
            <a:off x="1512675" y="1468675"/>
            <a:ext cx="6118500" cy="149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59" name="Google Shape;459;p11"/>
          <p:cNvSpPr txBox="1"/>
          <p:nvPr>
            <p:ph idx="1" type="body"/>
          </p:nvPr>
        </p:nvSpPr>
        <p:spPr>
          <a:xfrm>
            <a:off x="1512750" y="3223625"/>
            <a:ext cx="61185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6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13"/>
          <p:cNvGrpSpPr/>
          <p:nvPr/>
        </p:nvGrpSpPr>
        <p:grpSpPr>
          <a:xfrm>
            <a:off x="-297806" y="4212909"/>
            <a:ext cx="5057023" cy="2690544"/>
            <a:chOff x="427600" y="1407698"/>
            <a:chExt cx="7990240" cy="4251808"/>
          </a:xfrm>
        </p:grpSpPr>
        <p:grpSp>
          <p:nvGrpSpPr>
            <p:cNvPr id="463" name="Google Shape;463;p1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464" name="Google Shape;464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9" name="Google Shape;469;p1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470" name="Google Shape;470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1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76" name="Google Shape;476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1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82" name="Google Shape;482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7" name="Google Shape;487;p1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88" name="Google Shape;488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3" name="Google Shape;493;p1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94" name="Google Shape;494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9" name="Google Shape;499;p1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500" name="Google Shape;500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05" name="Google Shape;505;p13"/>
          <p:cNvGrpSpPr/>
          <p:nvPr/>
        </p:nvGrpSpPr>
        <p:grpSpPr>
          <a:xfrm>
            <a:off x="4671694" y="4392734"/>
            <a:ext cx="5057023" cy="2690544"/>
            <a:chOff x="427600" y="1407698"/>
            <a:chExt cx="7990240" cy="4251808"/>
          </a:xfrm>
        </p:grpSpPr>
        <p:grpSp>
          <p:nvGrpSpPr>
            <p:cNvPr id="506" name="Google Shape;506;p1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507" name="Google Shape;507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2" name="Google Shape;512;p1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513" name="Google Shape;513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519" name="Google Shape;519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4" name="Google Shape;524;p1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525" name="Google Shape;525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0" name="Google Shape;530;p1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531" name="Google Shape;531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6" name="Google Shape;536;p1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537" name="Google Shape;537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2" name="Google Shape;542;p1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543" name="Google Shape;543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8" name="Google Shape;548;p13"/>
          <p:cNvGrpSpPr/>
          <p:nvPr/>
        </p:nvGrpSpPr>
        <p:grpSpPr>
          <a:xfrm flipH="1">
            <a:off x="8560232" y="1896391"/>
            <a:ext cx="373419" cy="350637"/>
            <a:chOff x="3708550" y="3474950"/>
            <a:chExt cx="256100" cy="240475"/>
          </a:xfrm>
        </p:grpSpPr>
        <p:sp>
          <p:nvSpPr>
            <p:cNvPr id="549" name="Google Shape;549;p1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1" name="Google Shape;551;p13"/>
          <p:cNvSpPr txBox="1"/>
          <p:nvPr>
            <p:ph hasCustomPrompt="1" type="title"/>
          </p:nvPr>
        </p:nvSpPr>
        <p:spPr>
          <a:xfrm flipH="1">
            <a:off x="724226" y="1698657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/>
          <p:nvPr>
            <p:ph idx="1" type="subTitle"/>
          </p:nvPr>
        </p:nvSpPr>
        <p:spPr>
          <a:xfrm flipH="1">
            <a:off x="1677700" y="1613875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53" name="Google Shape;553;p13"/>
          <p:cNvSpPr txBox="1"/>
          <p:nvPr>
            <p:ph idx="2" type="subTitle"/>
          </p:nvPr>
        </p:nvSpPr>
        <p:spPr>
          <a:xfrm flipH="1">
            <a:off x="1677699" y="2247018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54" name="Google Shape;554;p13"/>
          <p:cNvSpPr txBox="1"/>
          <p:nvPr>
            <p:ph hasCustomPrompt="1" idx="3" type="title"/>
          </p:nvPr>
        </p:nvSpPr>
        <p:spPr>
          <a:xfrm flipH="1">
            <a:off x="724204" y="3301732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55" name="Google Shape;555;p13"/>
          <p:cNvSpPr txBox="1"/>
          <p:nvPr>
            <p:ph idx="4" type="subTitle"/>
          </p:nvPr>
        </p:nvSpPr>
        <p:spPr>
          <a:xfrm flipH="1">
            <a:off x="1677672" y="3216820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56" name="Google Shape;556;p13"/>
          <p:cNvSpPr txBox="1"/>
          <p:nvPr>
            <p:ph idx="5" type="subTitle"/>
          </p:nvPr>
        </p:nvSpPr>
        <p:spPr>
          <a:xfrm flipH="1">
            <a:off x="1677676" y="3832375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57" name="Google Shape;557;p13"/>
          <p:cNvSpPr txBox="1"/>
          <p:nvPr>
            <p:ph hasCustomPrompt="1" idx="6" type="title"/>
          </p:nvPr>
        </p:nvSpPr>
        <p:spPr>
          <a:xfrm>
            <a:off x="4572556" y="1698657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/>
          <p:nvPr>
            <p:ph idx="7" type="subTitle"/>
          </p:nvPr>
        </p:nvSpPr>
        <p:spPr>
          <a:xfrm>
            <a:off x="5536378" y="1613875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59" name="Google Shape;559;p13"/>
          <p:cNvSpPr txBox="1"/>
          <p:nvPr>
            <p:ph idx="8" type="subTitle"/>
          </p:nvPr>
        </p:nvSpPr>
        <p:spPr>
          <a:xfrm>
            <a:off x="5536375" y="2247029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60" name="Google Shape;560;p13"/>
          <p:cNvSpPr txBox="1"/>
          <p:nvPr>
            <p:ph hasCustomPrompt="1" idx="9" type="title"/>
          </p:nvPr>
        </p:nvSpPr>
        <p:spPr>
          <a:xfrm>
            <a:off x="4572528" y="3301732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61" name="Google Shape;561;p13"/>
          <p:cNvSpPr txBox="1"/>
          <p:nvPr>
            <p:ph idx="13" type="subTitle"/>
          </p:nvPr>
        </p:nvSpPr>
        <p:spPr>
          <a:xfrm>
            <a:off x="5536350" y="3216819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62" name="Google Shape;562;p13"/>
          <p:cNvSpPr txBox="1"/>
          <p:nvPr>
            <p:ph idx="14" type="subTitle"/>
          </p:nvPr>
        </p:nvSpPr>
        <p:spPr>
          <a:xfrm>
            <a:off x="5536352" y="3832375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63" name="Google Shape;563;p13"/>
          <p:cNvSpPr txBox="1"/>
          <p:nvPr>
            <p:ph idx="15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14"/>
          <p:cNvGrpSpPr/>
          <p:nvPr/>
        </p:nvGrpSpPr>
        <p:grpSpPr>
          <a:xfrm>
            <a:off x="7545108" y="1432401"/>
            <a:ext cx="2403704" cy="522741"/>
            <a:chOff x="4007175" y="1128725"/>
            <a:chExt cx="2166475" cy="471150"/>
          </a:xfrm>
        </p:grpSpPr>
        <p:sp>
          <p:nvSpPr>
            <p:cNvPr id="566" name="Google Shape;566;p1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14"/>
          <p:cNvGrpSpPr/>
          <p:nvPr/>
        </p:nvGrpSpPr>
        <p:grpSpPr>
          <a:xfrm>
            <a:off x="8606073" y="4105012"/>
            <a:ext cx="373419" cy="350637"/>
            <a:chOff x="3708550" y="3474950"/>
            <a:chExt cx="256100" cy="240475"/>
          </a:xfrm>
        </p:grpSpPr>
        <p:sp>
          <p:nvSpPr>
            <p:cNvPr id="569" name="Google Shape;569;p1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14"/>
          <p:cNvSpPr txBox="1"/>
          <p:nvPr>
            <p:ph type="title"/>
          </p:nvPr>
        </p:nvSpPr>
        <p:spPr>
          <a:xfrm>
            <a:off x="4572000" y="2364575"/>
            <a:ext cx="3858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72" name="Google Shape;572;p14"/>
          <p:cNvSpPr txBox="1"/>
          <p:nvPr>
            <p:ph hasCustomPrompt="1" idx="2" type="title"/>
          </p:nvPr>
        </p:nvSpPr>
        <p:spPr>
          <a:xfrm>
            <a:off x="4572000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73" name="Google Shape;573;p14"/>
          <p:cNvSpPr txBox="1"/>
          <p:nvPr>
            <p:ph idx="1" type="subTitle"/>
          </p:nvPr>
        </p:nvSpPr>
        <p:spPr>
          <a:xfrm>
            <a:off x="4572000" y="3949800"/>
            <a:ext cx="3858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15"/>
          <p:cNvGrpSpPr/>
          <p:nvPr/>
        </p:nvGrpSpPr>
        <p:grpSpPr>
          <a:xfrm>
            <a:off x="-51558" y="1004859"/>
            <a:ext cx="1529562" cy="487037"/>
            <a:chOff x="2293625" y="793625"/>
            <a:chExt cx="1052475" cy="335125"/>
          </a:xfrm>
        </p:grpSpPr>
        <p:sp>
          <p:nvSpPr>
            <p:cNvPr id="576" name="Google Shape;576;p1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8" name="Google Shape;578;p15"/>
          <p:cNvSpPr txBox="1"/>
          <p:nvPr>
            <p:ph type="title"/>
          </p:nvPr>
        </p:nvSpPr>
        <p:spPr>
          <a:xfrm>
            <a:off x="725450" y="2364575"/>
            <a:ext cx="4797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79" name="Google Shape;579;p15"/>
          <p:cNvSpPr txBox="1"/>
          <p:nvPr>
            <p:ph hasCustomPrompt="1" idx="2" type="title"/>
          </p:nvPr>
        </p:nvSpPr>
        <p:spPr>
          <a:xfrm>
            <a:off x="2217888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80" name="Google Shape;580;p15"/>
          <p:cNvSpPr txBox="1"/>
          <p:nvPr>
            <p:ph idx="1" type="subTitle"/>
          </p:nvPr>
        </p:nvSpPr>
        <p:spPr>
          <a:xfrm>
            <a:off x="725450" y="3949800"/>
            <a:ext cx="4797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" name="Google Shape;582;p16"/>
          <p:cNvGrpSpPr/>
          <p:nvPr/>
        </p:nvGrpSpPr>
        <p:grpSpPr>
          <a:xfrm flipH="1">
            <a:off x="7807257" y="1903861"/>
            <a:ext cx="911705" cy="337487"/>
            <a:chOff x="1119600" y="2506400"/>
            <a:chExt cx="763700" cy="282700"/>
          </a:xfrm>
        </p:grpSpPr>
        <p:sp>
          <p:nvSpPr>
            <p:cNvPr id="583" name="Google Shape;583;p16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16"/>
          <p:cNvGrpSpPr/>
          <p:nvPr/>
        </p:nvGrpSpPr>
        <p:grpSpPr>
          <a:xfrm flipH="1" rot="-900019">
            <a:off x="8000905" y="475996"/>
            <a:ext cx="524402" cy="431815"/>
            <a:chOff x="7315125" y="1121525"/>
            <a:chExt cx="1112525" cy="916100"/>
          </a:xfrm>
        </p:grpSpPr>
        <p:sp>
          <p:nvSpPr>
            <p:cNvPr id="586" name="Google Shape;586;p16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8" name="Google Shape;588;p16"/>
          <p:cNvSpPr txBox="1"/>
          <p:nvPr>
            <p:ph type="title"/>
          </p:nvPr>
        </p:nvSpPr>
        <p:spPr>
          <a:xfrm>
            <a:off x="3787900" y="2484075"/>
            <a:ext cx="4566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89" name="Google Shape;589;p16"/>
          <p:cNvSpPr txBox="1"/>
          <p:nvPr>
            <p:ph hasCustomPrompt="1" idx="2" type="title"/>
          </p:nvPr>
        </p:nvSpPr>
        <p:spPr>
          <a:xfrm>
            <a:off x="5164850" y="667549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90" name="Google Shape;590;p16"/>
          <p:cNvSpPr txBox="1"/>
          <p:nvPr>
            <p:ph idx="1" type="subTitle"/>
          </p:nvPr>
        </p:nvSpPr>
        <p:spPr>
          <a:xfrm>
            <a:off x="3787900" y="4069300"/>
            <a:ext cx="4566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_1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17"/>
          <p:cNvGrpSpPr/>
          <p:nvPr/>
        </p:nvGrpSpPr>
        <p:grpSpPr>
          <a:xfrm flipH="1" rot="900105">
            <a:off x="7873603" y="366345"/>
            <a:ext cx="840665" cy="713489"/>
            <a:chOff x="6064225" y="1470325"/>
            <a:chExt cx="1112500" cy="944200"/>
          </a:xfrm>
        </p:grpSpPr>
        <p:sp>
          <p:nvSpPr>
            <p:cNvPr id="593" name="Google Shape;593;p17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5" name="Google Shape;595;p17"/>
          <p:cNvGrpSpPr/>
          <p:nvPr/>
        </p:nvGrpSpPr>
        <p:grpSpPr>
          <a:xfrm flipH="1" rot="-900019">
            <a:off x="557798" y="447134"/>
            <a:ext cx="524402" cy="431815"/>
            <a:chOff x="7315125" y="1121525"/>
            <a:chExt cx="1112525" cy="916100"/>
          </a:xfrm>
        </p:grpSpPr>
        <p:sp>
          <p:nvSpPr>
            <p:cNvPr id="596" name="Google Shape;596;p17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7"/>
          <p:cNvGrpSpPr/>
          <p:nvPr/>
        </p:nvGrpSpPr>
        <p:grpSpPr>
          <a:xfrm>
            <a:off x="-1274542" y="1176476"/>
            <a:ext cx="2403704" cy="522741"/>
            <a:chOff x="4007175" y="1128725"/>
            <a:chExt cx="2166475" cy="471150"/>
          </a:xfrm>
        </p:grpSpPr>
        <p:sp>
          <p:nvSpPr>
            <p:cNvPr id="599" name="Google Shape;599;p17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17"/>
          <p:cNvSpPr txBox="1"/>
          <p:nvPr>
            <p:ph type="title"/>
          </p:nvPr>
        </p:nvSpPr>
        <p:spPr>
          <a:xfrm>
            <a:off x="2451150" y="988025"/>
            <a:ext cx="4241700" cy="13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9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2" name="Google Shape;602;p17"/>
          <p:cNvSpPr txBox="1"/>
          <p:nvPr>
            <p:ph idx="1" type="body"/>
          </p:nvPr>
        </p:nvSpPr>
        <p:spPr>
          <a:xfrm>
            <a:off x="2451050" y="2193125"/>
            <a:ext cx="42417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18"/>
          <p:cNvGrpSpPr/>
          <p:nvPr/>
        </p:nvGrpSpPr>
        <p:grpSpPr>
          <a:xfrm>
            <a:off x="3221680" y="539509"/>
            <a:ext cx="1529562" cy="487037"/>
            <a:chOff x="2293625" y="793625"/>
            <a:chExt cx="1052475" cy="335125"/>
          </a:xfrm>
        </p:grpSpPr>
        <p:sp>
          <p:nvSpPr>
            <p:cNvPr id="605" name="Google Shape;605;p18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7" name="Google Shape;607;p18"/>
          <p:cNvSpPr/>
          <p:nvPr>
            <p:ph idx="2" type="pic"/>
          </p:nvPr>
        </p:nvSpPr>
        <p:spPr>
          <a:xfrm>
            <a:off x="5570550" y="1372250"/>
            <a:ext cx="1469100" cy="2423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18"/>
          <p:cNvSpPr txBox="1"/>
          <p:nvPr>
            <p:ph idx="1" type="subTitle"/>
          </p:nvPr>
        </p:nvSpPr>
        <p:spPr>
          <a:xfrm>
            <a:off x="1571850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09" name="Google Shape;609;p18"/>
          <p:cNvSpPr txBox="1"/>
          <p:nvPr>
            <p:ph type="title"/>
          </p:nvPr>
        </p:nvSpPr>
        <p:spPr>
          <a:xfrm>
            <a:off x="1571825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610" name="Google Shape;610;p18"/>
          <p:cNvGrpSpPr/>
          <p:nvPr/>
        </p:nvGrpSpPr>
        <p:grpSpPr>
          <a:xfrm>
            <a:off x="8306482" y="752516"/>
            <a:ext cx="373419" cy="350637"/>
            <a:chOff x="3708550" y="3474950"/>
            <a:chExt cx="256100" cy="240475"/>
          </a:xfrm>
        </p:grpSpPr>
        <p:sp>
          <p:nvSpPr>
            <p:cNvPr id="611" name="Google Shape;611;p1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9"/>
          <p:cNvSpPr/>
          <p:nvPr>
            <p:ph idx="2" type="pic"/>
          </p:nvPr>
        </p:nvSpPr>
        <p:spPr>
          <a:xfrm>
            <a:off x="1291850" y="1488325"/>
            <a:ext cx="2798400" cy="217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15" name="Google Shape;615;p19"/>
          <p:cNvSpPr txBox="1"/>
          <p:nvPr>
            <p:ph idx="1" type="subTitle"/>
          </p:nvPr>
        </p:nvSpPr>
        <p:spPr>
          <a:xfrm>
            <a:off x="4860275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16" name="Google Shape;616;p19"/>
          <p:cNvSpPr txBox="1"/>
          <p:nvPr>
            <p:ph type="title"/>
          </p:nvPr>
        </p:nvSpPr>
        <p:spPr>
          <a:xfrm>
            <a:off x="4860250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617" name="Google Shape;617;p19"/>
          <p:cNvGrpSpPr/>
          <p:nvPr/>
        </p:nvGrpSpPr>
        <p:grpSpPr>
          <a:xfrm flipH="1">
            <a:off x="2463882" y="460991"/>
            <a:ext cx="373419" cy="350637"/>
            <a:chOff x="3708550" y="3474950"/>
            <a:chExt cx="256100" cy="240475"/>
          </a:xfrm>
        </p:grpSpPr>
        <p:sp>
          <p:nvSpPr>
            <p:cNvPr id="618" name="Google Shape;618;p19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2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1" name="Google Shape;621;p20"/>
          <p:cNvGrpSpPr/>
          <p:nvPr/>
        </p:nvGrpSpPr>
        <p:grpSpPr>
          <a:xfrm>
            <a:off x="-404217" y="647176"/>
            <a:ext cx="2403704" cy="522741"/>
            <a:chOff x="4007175" y="1128725"/>
            <a:chExt cx="2166475" cy="471150"/>
          </a:xfrm>
        </p:grpSpPr>
        <p:sp>
          <p:nvSpPr>
            <p:cNvPr id="622" name="Google Shape;622;p20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4" name="Google Shape;624;p20"/>
          <p:cNvGrpSpPr/>
          <p:nvPr/>
        </p:nvGrpSpPr>
        <p:grpSpPr>
          <a:xfrm flipH="1">
            <a:off x="4032707" y="647166"/>
            <a:ext cx="373419" cy="350637"/>
            <a:chOff x="3708550" y="3474950"/>
            <a:chExt cx="256100" cy="240475"/>
          </a:xfrm>
        </p:grpSpPr>
        <p:sp>
          <p:nvSpPr>
            <p:cNvPr id="625" name="Google Shape;625;p2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20"/>
          <p:cNvSpPr txBox="1"/>
          <p:nvPr>
            <p:ph idx="1" type="subTitle"/>
          </p:nvPr>
        </p:nvSpPr>
        <p:spPr>
          <a:xfrm>
            <a:off x="977400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28" name="Google Shape;628;p20"/>
          <p:cNvSpPr txBox="1"/>
          <p:nvPr>
            <p:ph type="title"/>
          </p:nvPr>
        </p:nvSpPr>
        <p:spPr>
          <a:xfrm>
            <a:off x="977375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pic>
        <p:nvPicPr>
          <p:cNvPr id="629" name="Google Shape;62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51851" y="1559751"/>
            <a:ext cx="2367749" cy="1330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0" name="Google Shape;630;p20"/>
          <p:cNvSpPr/>
          <p:nvPr>
            <p:ph idx="2" type="pic"/>
          </p:nvPr>
        </p:nvSpPr>
        <p:spPr>
          <a:xfrm>
            <a:off x="5034094" y="1319620"/>
            <a:ext cx="2971800" cy="169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8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1"/>
          <p:cNvSpPr txBox="1"/>
          <p:nvPr>
            <p:ph idx="1" type="body"/>
          </p:nvPr>
        </p:nvSpPr>
        <p:spPr>
          <a:xfrm>
            <a:off x="720025" y="1711800"/>
            <a:ext cx="7717500" cy="8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3" name="Google Shape;633;p2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grpSp>
        <p:nvGrpSpPr>
          <p:cNvPr id="634" name="Google Shape;634;p21"/>
          <p:cNvGrpSpPr/>
          <p:nvPr/>
        </p:nvGrpSpPr>
        <p:grpSpPr>
          <a:xfrm flipH="1" rot="900019">
            <a:off x="8270266" y="724430"/>
            <a:ext cx="524402" cy="431815"/>
            <a:chOff x="7315125" y="1121525"/>
            <a:chExt cx="1112525" cy="916100"/>
          </a:xfrm>
        </p:grpSpPr>
        <p:sp>
          <p:nvSpPr>
            <p:cNvPr id="635" name="Google Shape;635;p2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7" name="Google Shape;637;p21"/>
          <p:cNvGrpSpPr/>
          <p:nvPr/>
        </p:nvGrpSpPr>
        <p:grpSpPr>
          <a:xfrm>
            <a:off x="8308008" y="1929176"/>
            <a:ext cx="2403704" cy="522741"/>
            <a:chOff x="4007175" y="1128725"/>
            <a:chExt cx="2166475" cy="471150"/>
          </a:xfrm>
        </p:grpSpPr>
        <p:sp>
          <p:nvSpPr>
            <p:cNvPr id="638" name="Google Shape;638;p2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8_1_1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22"/>
          <p:cNvGrpSpPr/>
          <p:nvPr/>
        </p:nvGrpSpPr>
        <p:grpSpPr>
          <a:xfrm>
            <a:off x="7390138" y="2764339"/>
            <a:ext cx="2862405" cy="3408407"/>
            <a:chOff x="4854346" y="1649451"/>
            <a:chExt cx="4202621" cy="5004268"/>
          </a:xfrm>
        </p:grpSpPr>
        <p:grpSp>
          <p:nvGrpSpPr>
            <p:cNvPr id="642" name="Google Shape;642;p22"/>
            <p:cNvGrpSpPr/>
            <p:nvPr/>
          </p:nvGrpSpPr>
          <p:grpSpPr>
            <a:xfrm>
              <a:off x="4854346" y="2100776"/>
              <a:ext cx="1509962" cy="4552943"/>
              <a:chOff x="4749600" y="2924725"/>
              <a:chExt cx="1313125" cy="3959425"/>
            </a:xfrm>
          </p:grpSpPr>
          <p:sp>
            <p:nvSpPr>
              <p:cNvPr id="643" name="Google Shape;643;p2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2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2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2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2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8" name="Google Shape;648;p22"/>
            <p:cNvGrpSpPr/>
            <p:nvPr/>
          </p:nvGrpSpPr>
          <p:grpSpPr>
            <a:xfrm>
              <a:off x="7547033" y="1804613"/>
              <a:ext cx="1509934" cy="4224416"/>
              <a:chOff x="5789900" y="1448250"/>
              <a:chExt cx="1313100" cy="3673725"/>
            </a:xfrm>
          </p:grpSpPr>
          <p:sp>
            <p:nvSpPr>
              <p:cNvPr id="649" name="Google Shape;649;p2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2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2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2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4" name="Google Shape;654;p22"/>
            <p:cNvGrpSpPr/>
            <p:nvPr/>
          </p:nvGrpSpPr>
          <p:grpSpPr>
            <a:xfrm>
              <a:off x="6245246" y="1649451"/>
              <a:ext cx="1509962" cy="4552943"/>
              <a:chOff x="4749600" y="2924725"/>
              <a:chExt cx="1313125" cy="3959425"/>
            </a:xfrm>
          </p:grpSpPr>
          <p:sp>
            <p:nvSpPr>
              <p:cNvPr id="655" name="Google Shape;655;p2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2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2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2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60" name="Google Shape;660;p22"/>
          <p:cNvGrpSpPr/>
          <p:nvPr/>
        </p:nvGrpSpPr>
        <p:grpSpPr>
          <a:xfrm flipH="1">
            <a:off x="774567" y="3920787"/>
            <a:ext cx="3555360" cy="1969672"/>
            <a:chOff x="774567" y="3920787"/>
            <a:chExt cx="3555360" cy="1969672"/>
          </a:xfrm>
        </p:grpSpPr>
        <p:grpSp>
          <p:nvGrpSpPr>
            <p:cNvPr id="661" name="Google Shape;661;p22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662" name="Google Shape;662;p2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2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7" name="Google Shape;667;p22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668" name="Google Shape;668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3" name="Google Shape;673;p22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674" name="Google Shape;674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9" name="Google Shape;679;p22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680" name="Google Shape;680;p2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2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2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2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2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5" name="Google Shape;685;p22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686" name="Google Shape;686;p2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2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2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2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2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1" name="Google Shape;691;p22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692" name="Google Shape;692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7" name="Google Shape;697;p22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698" name="Google Shape;698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03" name="Google Shape;703;p22"/>
          <p:cNvGrpSpPr/>
          <p:nvPr/>
        </p:nvGrpSpPr>
        <p:grpSpPr>
          <a:xfrm>
            <a:off x="257382" y="370761"/>
            <a:ext cx="911705" cy="337487"/>
            <a:chOff x="1119600" y="2506400"/>
            <a:chExt cx="763700" cy="282700"/>
          </a:xfrm>
        </p:grpSpPr>
        <p:sp>
          <p:nvSpPr>
            <p:cNvPr id="704" name="Google Shape;704;p22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6" name="Google Shape;706;p22"/>
          <p:cNvGrpSpPr/>
          <p:nvPr/>
        </p:nvGrpSpPr>
        <p:grpSpPr>
          <a:xfrm flipH="1">
            <a:off x="8430782" y="744866"/>
            <a:ext cx="373419" cy="350637"/>
            <a:chOff x="3708550" y="3474950"/>
            <a:chExt cx="256100" cy="240475"/>
          </a:xfrm>
        </p:grpSpPr>
        <p:sp>
          <p:nvSpPr>
            <p:cNvPr id="707" name="Google Shape;707;p2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9" name="Google Shape;709;p22"/>
          <p:cNvGrpSpPr/>
          <p:nvPr/>
        </p:nvGrpSpPr>
        <p:grpSpPr>
          <a:xfrm flipH="1">
            <a:off x="4572007" y="370761"/>
            <a:ext cx="911705" cy="337487"/>
            <a:chOff x="1119600" y="2506400"/>
            <a:chExt cx="763700" cy="282700"/>
          </a:xfrm>
        </p:grpSpPr>
        <p:sp>
          <p:nvSpPr>
            <p:cNvPr id="710" name="Google Shape;710;p22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2" name="Google Shape;712;p22"/>
          <p:cNvSpPr txBox="1"/>
          <p:nvPr>
            <p:ph type="title"/>
          </p:nvPr>
        </p:nvSpPr>
        <p:spPr>
          <a:xfrm>
            <a:off x="717477" y="3149150"/>
            <a:ext cx="5313300" cy="51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13" name="Google Shape;713;p22"/>
          <p:cNvSpPr txBox="1"/>
          <p:nvPr>
            <p:ph idx="1" type="subTitle"/>
          </p:nvPr>
        </p:nvSpPr>
        <p:spPr>
          <a:xfrm>
            <a:off x="717475" y="1482850"/>
            <a:ext cx="5313300" cy="14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5" name="Google Shape;715;p23"/>
          <p:cNvGrpSpPr/>
          <p:nvPr/>
        </p:nvGrpSpPr>
        <p:grpSpPr>
          <a:xfrm>
            <a:off x="-210970" y="452284"/>
            <a:ext cx="1529562" cy="487037"/>
            <a:chOff x="2293625" y="793625"/>
            <a:chExt cx="1052475" cy="335125"/>
          </a:xfrm>
        </p:grpSpPr>
        <p:sp>
          <p:nvSpPr>
            <p:cNvPr id="716" name="Google Shape;716;p23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3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8" name="Google Shape;718;p23"/>
          <p:cNvGrpSpPr/>
          <p:nvPr/>
        </p:nvGrpSpPr>
        <p:grpSpPr>
          <a:xfrm flipH="1"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719" name="Google Shape;719;p2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720" name="Google Shape;720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5" name="Google Shape;725;p2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726" name="Google Shape;726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1" name="Google Shape;731;p2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732" name="Google Shape;732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2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738" name="Google Shape;738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3" name="Google Shape;743;p2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744" name="Google Shape;744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9" name="Google Shape;749;p2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750" name="Google Shape;750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5" name="Google Shape;755;p2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756" name="Google Shape;756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1" name="Google Shape;761;p23"/>
          <p:cNvGrpSpPr/>
          <p:nvPr/>
        </p:nvGrpSpPr>
        <p:grpSpPr>
          <a:xfrm flipH="1"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762" name="Google Shape;762;p2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763" name="Google Shape;763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8" name="Google Shape;768;p2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769" name="Google Shape;769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4" name="Google Shape;774;p2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775" name="Google Shape;775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0" name="Google Shape;780;p2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781" name="Google Shape;781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6" name="Google Shape;786;p2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787" name="Google Shape;787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2" name="Google Shape;792;p2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793" name="Google Shape;793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8" name="Google Shape;798;p2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799" name="Google Shape;799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04" name="Google Shape;804;p2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6" name="Google Shape;806;p24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807" name="Google Shape;807;p2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808" name="Google Shape;808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3" name="Google Shape;813;p2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814" name="Google Shape;814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9" name="Google Shape;819;p2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820" name="Google Shape;820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5" name="Google Shape;825;p2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826" name="Google Shape;826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1" name="Google Shape;831;p2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832" name="Google Shape;832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7" name="Google Shape;837;p2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838" name="Google Shape;838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3" name="Google Shape;843;p2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844" name="Google Shape;844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49" name="Google Shape;849;p24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850" name="Google Shape;850;p2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851" name="Google Shape;851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6" name="Google Shape;856;p2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857" name="Google Shape;857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2" name="Google Shape;862;p2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863" name="Google Shape;863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8" name="Google Shape;868;p2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869" name="Google Shape;869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4" name="Google Shape;874;p2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875" name="Google Shape;875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0" name="Google Shape;880;p2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881" name="Google Shape;881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6" name="Google Shape;886;p2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887" name="Google Shape;887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2" name="Google Shape;892;p24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893" name="Google Shape;893;p2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894" name="Google Shape;894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9" name="Google Shape;899;p2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900" name="Google Shape;900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5" name="Google Shape;905;p2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906" name="Google Shape;906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1" name="Google Shape;911;p2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912" name="Google Shape;912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7" name="Google Shape;917;p2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918" name="Google Shape;918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3" name="Google Shape;923;p2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924" name="Google Shape;924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9" name="Google Shape;929;p2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930" name="Google Shape;930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35" name="Google Shape;935;p24"/>
          <p:cNvGrpSpPr/>
          <p:nvPr/>
        </p:nvGrpSpPr>
        <p:grpSpPr>
          <a:xfrm>
            <a:off x="-1690486" y="1670651"/>
            <a:ext cx="2403704" cy="522741"/>
            <a:chOff x="4007175" y="1128725"/>
            <a:chExt cx="2166475" cy="471150"/>
          </a:xfrm>
        </p:grpSpPr>
        <p:sp>
          <p:nvSpPr>
            <p:cNvPr id="936" name="Google Shape;936;p2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8" name="Google Shape;938;p24"/>
          <p:cNvGrpSpPr/>
          <p:nvPr/>
        </p:nvGrpSpPr>
        <p:grpSpPr>
          <a:xfrm>
            <a:off x="8509364" y="1670651"/>
            <a:ext cx="2403704" cy="522741"/>
            <a:chOff x="4007175" y="1128725"/>
            <a:chExt cx="2166475" cy="471150"/>
          </a:xfrm>
        </p:grpSpPr>
        <p:sp>
          <p:nvSpPr>
            <p:cNvPr id="939" name="Google Shape;939;p2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1" name="Google Shape;941;p24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3" name="Google Shape;943;p25"/>
          <p:cNvGrpSpPr/>
          <p:nvPr/>
        </p:nvGrpSpPr>
        <p:grpSpPr>
          <a:xfrm flipH="1"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944" name="Google Shape;944;p2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945" name="Google Shape;945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0" name="Google Shape;950;p2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951" name="Google Shape;951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6" name="Google Shape;956;p2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957" name="Google Shape;957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2" name="Google Shape;962;p2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963" name="Google Shape;963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8" name="Google Shape;968;p2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969" name="Google Shape;969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4" name="Google Shape;974;p2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975" name="Google Shape;975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0" name="Google Shape;980;p2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981" name="Google Shape;981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86" name="Google Shape;986;p25"/>
          <p:cNvGrpSpPr/>
          <p:nvPr/>
        </p:nvGrpSpPr>
        <p:grpSpPr>
          <a:xfrm flipH="1"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987" name="Google Shape;987;p2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988" name="Google Shape;988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3" name="Google Shape;993;p2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994" name="Google Shape;994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9" name="Google Shape;999;p2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000" name="Google Shape;1000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5" name="Google Shape;1005;p2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006" name="Google Shape;1006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1" name="Google Shape;1011;p2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012" name="Google Shape;1012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7" name="Google Shape;1017;p2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018" name="Google Shape;1018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3" name="Google Shape;1023;p2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024" name="Google Shape;1024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9" name="Google Shape;1029;p25"/>
          <p:cNvGrpSpPr/>
          <p:nvPr/>
        </p:nvGrpSpPr>
        <p:grpSpPr>
          <a:xfrm>
            <a:off x="-254845" y="582334"/>
            <a:ext cx="1529562" cy="487037"/>
            <a:chOff x="2293625" y="793625"/>
            <a:chExt cx="1052475" cy="335125"/>
          </a:xfrm>
        </p:grpSpPr>
        <p:sp>
          <p:nvSpPr>
            <p:cNvPr id="1030" name="Google Shape;1030;p2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2" name="Google Shape;1032;p25"/>
          <p:cNvGrpSpPr/>
          <p:nvPr/>
        </p:nvGrpSpPr>
        <p:grpSpPr>
          <a:xfrm>
            <a:off x="8430782" y="2644328"/>
            <a:ext cx="373419" cy="350637"/>
            <a:chOff x="3708550" y="3474950"/>
            <a:chExt cx="256100" cy="240475"/>
          </a:xfrm>
        </p:grpSpPr>
        <p:sp>
          <p:nvSpPr>
            <p:cNvPr id="1033" name="Google Shape;1033;p25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5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5" name="Google Shape;1035;p25"/>
          <p:cNvGrpSpPr/>
          <p:nvPr/>
        </p:nvGrpSpPr>
        <p:grpSpPr>
          <a:xfrm flipH="1" rot="900019">
            <a:off x="8153308" y="780834"/>
            <a:ext cx="524402" cy="431815"/>
            <a:chOff x="7315125" y="1121525"/>
            <a:chExt cx="1112525" cy="916100"/>
          </a:xfrm>
        </p:grpSpPr>
        <p:sp>
          <p:nvSpPr>
            <p:cNvPr id="1036" name="Google Shape;1036;p25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5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8" name="Google Shape;1038;p2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oogle Shape;1040;p26"/>
          <p:cNvGrpSpPr/>
          <p:nvPr/>
        </p:nvGrpSpPr>
        <p:grpSpPr>
          <a:xfrm>
            <a:off x="4011108" y="3920787"/>
            <a:ext cx="3555360" cy="1969672"/>
            <a:chOff x="774567" y="3920787"/>
            <a:chExt cx="3555360" cy="1969672"/>
          </a:xfrm>
        </p:grpSpPr>
        <p:grpSp>
          <p:nvGrpSpPr>
            <p:cNvPr id="1041" name="Google Shape;1041;p26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1042" name="Google Shape;1042;p2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2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2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2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7" name="Google Shape;1047;p26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1048" name="Google Shape;1048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3" name="Google Shape;1053;p26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1054" name="Google Shape;1054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9" name="Google Shape;1059;p26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1060" name="Google Shape;1060;p2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5" name="Google Shape;1065;p26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1066" name="Google Shape;1066;p2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1" name="Google Shape;1071;p26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1072" name="Google Shape;1072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6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1078" name="Google Shape;1078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3" name="Google Shape;1083;p26"/>
          <p:cNvGrpSpPr/>
          <p:nvPr/>
        </p:nvGrpSpPr>
        <p:grpSpPr>
          <a:xfrm flipH="1">
            <a:off x="-749930" y="3741209"/>
            <a:ext cx="1529562" cy="487037"/>
            <a:chOff x="2293625" y="793625"/>
            <a:chExt cx="1052475" cy="335125"/>
          </a:xfrm>
        </p:grpSpPr>
        <p:sp>
          <p:nvSpPr>
            <p:cNvPr id="1084" name="Google Shape;1084;p26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6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6" name="Google Shape;1086;p26"/>
          <p:cNvGrpSpPr/>
          <p:nvPr/>
        </p:nvGrpSpPr>
        <p:grpSpPr>
          <a:xfrm>
            <a:off x="8648082" y="2470678"/>
            <a:ext cx="373419" cy="350637"/>
            <a:chOff x="3708550" y="3474950"/>
            <a:chExt cx="256100" cy="240475"/>
          </a:xfrm>
        </p:grpSpPr>
        <p:sp>
          <p:nvSpPr>
            <p:cNvPr id="1087" name="Google Shape;1087;p2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9" name="Google Shape;1089;p2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1" name="Google Shape;1091;p27"/>
          <p:cNvGrpSpPr/>
          <p:nvPr/>
        </p:nvGrpSpPr>
        <p:grpSpPr>
          <a:xfrm flipH="1">
            <a:off x="7751728" y="2993110"/>
            <a:ext cx="2141486" cy="2637114"/>
            <a:chOff x="7326200" y="3196774"/>
            <a:chExt cx="1997283" cy="2459535"/>
          </a:xfrm>
        </p:grpSpPr>
        <p:grpSp>
          <p:nvGrpSpPr>
            <p:cNvPr id="1092" name="Google Shape;1092;p27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093" name="Google Shape;1093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8" name="Google Shape;1098;p27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099" name="Google Shape;1099;p2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4" name="Google Shape;1104;p27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05" name="Google Shape;1105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0" name="Google Shape;1110;p27"/>
          <p:cNvGrpSpPr/>
          <p:nvPr/>
        </p:nvGrpSpPr>
        <p:grpSpPr>
          <a:xfrm flipH="1">
            <a:off x="-923297" y="3074885"/>
            <a:ext cx="2141486" cy="2637114"/>
            <a:chOff x="7326200" y="3196774"/>
            <a:chExt cx="1997283" cy="2459535"/>
          </a:xfrm>
        </p:grpSpPr>
        <p:grpSp>
          <p:nvGrpSpPr>
            <p:cNvPr id="1111" name="Google Shape;1111;p27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112" name="Google Shape;1112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7" name="Google Shape;1117;p27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118" name="Google Shape;1118;p2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3" name="Google Shape;1123;p27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24" name="Google Shape;1124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29" name="Google Shape;1129;p27"/>
          <p:cNvGrpSpPr/>
          <p:nvPr/>
        </p:nvGrpSpPr>
        <p:grpSpPr>
          <a:xfrm flipH="1">
            <a:off x="8083067" y="1112200"/>
            <a:ext cx="1052475" cy="335125"/>
            <a:chOff x="2293625" y="793625"/>
            <a:chExt cx="1052475" cy="335125"/>
          </a:xfrm>
        </p:grpSpPr>
        <p:sp>
          <p:nvSpPr>
            <p:cNvPr id="1130" name="Google Shape;1130;p2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2" name="Google Shape;1132;p2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28"/>
          <p:cNvGrpSpPr/>
          <p:nvPr/>
        </p:nvGrpSpPr>
        <p:grpSpPr>
          <a:xfrm flipH="1">
            <a:off x="7806562" y="2764510"/>
            <a:ext cx="2141486" cy="2637114"/>
            <a:chOff x="7326200" y="3196774"/>
            <a:chExt cx="1997283" cy="2459535"/>
          </a:xfrm>
        </p:grpSpPr>
        <p:grpSp>
          <p:nvGrpSpPr>
            <p:cNvPr id="1135" name="Google Shape;1135;p28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136" name="Google Shape;1136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1" name="Google Shape;1141;p28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142" name="Google Shape;1142;p2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7" name="Google Shape;1147;p28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48" name="Google Shape;1148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3" name="Google Shape;1153;p28"/>
          <p:cNvGrpSpPr/>
          <p:nvPr/>
        </p:nvGrpSpPr>
        <p:grpSpPr>
          <a:xfrm flipH="1">
            <a:off x="-792263" y="2770085"/>
            <a:ext cx="2141486" cy="2637114"/>
            <a:chOff x="7326200" y="3196774"/>
            <a:chExt cx="1997283" cy="2459535"/>
          </a:xfrm>
        </p:grpSpPr>
        <p:grpSp>
          <p:nvGrpSpPr>
            <p:cNvPr id="1154" name="Google Shape;1154;p28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155" name="Google Shape;1155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0" name="Google Shape;1160;p28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161" name="Google Shape;1161;p2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2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6" name="Google Shape;1166;p28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67" name="Google Shape;1167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72" name="Google Shape;1172;p28"/>
          <p:cNvGrpSpPr/>
          <p:nvPr/>
        </p:nvGrpSpPr>
        <p:grpSpPr>
          <a:xfrm rot="-900165">
            <a:off x="359503" y="853517"/>
            <a:ext cx="615846" cy="522680"/>
            <a:chOff x="6064225" y="1470325"/>
            <a:chExt cx="1112500" cy="944200"/>
          </a:xfrm>
        </p:grpSpPr>
        <p:sp>
          <p:nvSpPr>
            <p:cNvPr id="1173" name="Google Shape;1173;p28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8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8"/>
          <p:cNvGrpSpPr/>
          <p:nvPr/>
        </p:nvGrpSpPr>
        <p:grpSpPr>
          <a:xfrm flipH="1">
            <a:off x="8242970" y="1112209"/>
            <a:ext cx="1529562" cy="487037"/>
            <a:chOff x="2293625" y="793625"/>
            <a:chExt cx="1052475" cy="335125"/>
          </a:xfrm>
        </p:grpSpPr>
        <p:sp>
          <p:nvSpPr>
            <p:cNvPr id="1176" name="Google Shape;1176;p28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8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8" name="Google Shape;1178;p28"/>
          <p:cNvGrpSpPr/>
          <p:nvPr/>
        </p:nvGrpSpPr>
        <p:grpSpPr>
          <a:xfrm>
            <a:off x="4330182" y="4367491"/>
            <a:ext cx="373419" cy="350637"/>
            <a:chOff x="3708550" y="3474950"/>
            <a:chExt cx="256100" cy="240475"/>
          </a:xfrm>
        </p:grpSpPr>
        <p:sp>
          <p:nvSpPr>
            <p:cNvPr id="1179" name="Google Shape;1179;p2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1" name="Google Shape;1181;p2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7"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3" name="Google Shape;1183;p29"/>
          <p:cNvGrpSpPr/>
          <p:nvPr/>
        </p:nvGrpSpPr>
        <p:grpSpPr>
          <a:xfrm flipH="1">
            <a:off x="996388" y="4011836"/>
            <a:ext cx="4135748" cy="2200311"/>
            <a:chOff x="427600" y="1407698"/>
            <a:chExt cx="7990240" cy="4251808"/>
          </a:xfrm>
        </p:grpSpPr>
        <p:grpSp>
          <p:nvGrpSpPr>
            <p:cNvPr id="1184" name="Google Shape;1184;p29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185" name="Google Shape;1185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0" name="Google Shape;1190;p29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191" name="Google Shape;1191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6" name="Google Shape;1196;p29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197" name="Google Shape;1197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2" name="Google Shape;1202;p29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203" name="Google Shape;1203;p2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2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2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2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8" name="Google Shape;1208;p29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209" name="Google Shape;1209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4" name="Google Shape;1214;p29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215" name="Google Shape;1215;p2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2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2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2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0" name="Google Shape;1220;p29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221" name="Google Shape;1221;p2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2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26" name="Google Shape;1226;p29"/>
          <p:cNvGrpSpPr/>
          <p:nvPr/>
        </p:nvGrpSpPr>
        <p:grpSpPr>
          <a:xfrm flipH="1" rot="1800203">
            <a:off x="8279765" y="1457222"/>
            <a:ext cx="605583" cy="513970"/>
            <a:chOff x="6064225" y="1470325"/>
            <a:chExt cx="1112500" cy="944200"/>
          </a:xfrm>
        </p:grpSpPr>
        <p:sp>
          <p:nvSpPr>
            <p:cNvPr id="1227" name="Google Shape;1227;p29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9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9" name="Google Shape;1229;p29"/>
          <p:cNvGrpSpPr/>
          <p:nvPr/>
        </p:nvGrpSpPr>
        <p:grpSpPr>
          <a:xfrm>
            <a:off x="7202705" y="4444259"/>
            <a:ext cx="1529562" cy="487037"/>
            <a:chOff x="2293625" y="793625"/>
            <a:chExt cx="1052475" cy="335125"/>
          </a:xfrm>
        </p:grpSpPr>
        <p:sp>
          <p:nvSpPr>
            <p:cNvPr id="1230" name="Google Shape;1230;p2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2" name="Google Shape;1232;p29"/>
          <p:cNvGrpSpPr/>
          <p:nvPr/>
        </p:nvGrpSpPr>
        <p:grpSpPr>
          <a:xfrm>
            <a:off x="205557" y="1340241"/>
            <a:ext cx="373419" cy="350637"/>
            <a:chOff x="3708550" y="3474950"/>
            <a:chExt cx="256100" cy="240475"/>
          </a:xfrm>
        </p:grpSpPr>
        <p:sp>
          <p:nvSpPr>
            <p:cNvPr id="1233" name="Google Shape;1233;p29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5" name="Google Shape;1235;p29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8"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7" name="Google Shape;1237;p30"/>
          <p:cNvGrpSpPr/>
          <p:nvPr/>
        </p:nvGrpSpPr>
        <p:grpSpPr>
          <a:xfrm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1238" name="Google Shape;1238;p30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239" name="Google Shape;1239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4" name="Google Shape;1244;p30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245" name="Google Shape;1245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0" name="Google Shape;1250;p30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251" name="Google Shape;1251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6" name="Google Shape;1256;p30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257" name="Google Shape;1257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2" name="Google Shape;1262;p30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263" name="Google Shape;1263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8" name="Google Shape;1268;p30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269" name="Google Shape;1269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4" name="Google Shape;1274;p30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275" name="Google Shape;1275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80" name="Google Shape;1280;p30"/>
          <p:cNvGrpSpPr/>
          <p:nvPr/>
        </p:nvGrpSpPr>
        <p:grpSpPr>
          <a:xfrm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1281" name="Google Shape;1281;p30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282" name="Google Shape;1282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7" name="Google Shape;1287;p30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288" name="Google Shape;1288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3" name="Google Shape;1293;p30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294" name="Google Shape;1294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9" name="Google Shape;1299;p30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300" name="Google Shape;1300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5" name="Google Shape;1305;p30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306" name="Google Shape;1306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1" name="Google Shape;1311;p30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312" name="Google Shape;1312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7" name="Google Shape;1317;p30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318" name="Google Shape;1318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3" name="Google Shape;1323;p30"/>
          <p:cNvGrpSpPr/>
          <p:nvPr/>
        </p:nvGrpSpPr>
        <p:grpSpPr>
          <a:xfrm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1324" name="Google Shape;1324;p30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325" name="Google Shape;1325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0" name="Google Shape;1330;p30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331" name="Google Shape;1331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6" name="Google Shape;1336;p30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337" name="Google Shape;1337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2" name="Google Shape;1342;p30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343" name="Google Shape;1343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8" name="Google Shape;1348;p30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349" name="Google Shape;1349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4" name="Google Shape;1354;p30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355" name="Google Shape;1355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0" name="Google Shape;1360;p30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361" name="Google Shape;1361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66" name="Google Shape;1366;p30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grpSp>
        <p:nvGrpSpPr>
          <p:cNvPr id="1367" name="Google Shape;1367;p30"/>
          <p:cNvGrpSpPr/>
          <p:nvPr/>
        </p:nvGrpSpPr>
        <p:grpSpPr>
          <a:xfrm>
            <a:off x="7805880" y="295984"/>
            <a:ext cx="1529562" cy="487037"/>
            <a:chOff x="2293625" y="793625"/>
            <a:chExt cx="1052475" cy="335125"/>
          </a:xfrm>
        </p:grpSpPr>
        <p:sp>
          <p:nvSpPr>
            <p:cNvPr id="1368" name="Google Shape;1368;p30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0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0" name="Google Shape;1370;p30"/>
          <p:cNvGrpSpPr/>
          <p:nvPr/>
        </p:nvGrpSpPr>
        <p:grpSpPr>
          <a:xfrm>
            <a:off x="326057" y="2277903"/>
            <a:ext cx="373419" cy="350637"/>
            <a:chOff x="3708550" y="3474950"/>
            <a:chExt cx="256100" cy="240475"/>
          </a:xfrm>
        </p:grpSpPr>
        <p:sp>
          <p:nvSpPr>
            <p:cNvPr id="1371" name="Google Shape;1371;p3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3" name="Google Shape;1373;p30"/>
          <p:cNvGrpSpPr/>
          <p:nvPr/>
        </p:nvGrpSpPr>
        <p:grpSpPr>
          <a:xfrm flipH="1" rot="-900019">
            <a:off x="786358" y="473748"/>
            <a:ext cx="524402" cy="431815"/>
            <a:chOff x="7315125" y="1121525"/>
            <a:chExt cx="1112525" cy="916100"/>
          </a:xfrm>
        </p:grpSpPr>
        <p:sp>
          <p:nvSpPr>
            <p:cNvPr id="1374" name="Google Shape;1374;p30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0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7" name="Google Shape;1377;p31"/>
          <p:cNvGrpSpPr/>
          <p:nvPr/>
        </p:nvGrpSpPr>
        <p:grpSpPr>
          <a:xfrm>
            <a:off x="7917983" y="1202876"/>
            <a:ext cx="2403704" cy="522741"/>
            <a:chOff x="4007175" y="1128725"/>
            <a:chExt cx="2166475" cy="471150"/>
          </a:xfrm>
        </p:grpSpPr>
        <p:sp>
          <p:nvSpPr>
            <p:cNvPr id="1378" name="Google Shape;1378;p3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0" name="Google Shape;1380;p31"/>
          <p:cNvGrpSpPr/>
          <p:nvPr/>
        </p:nvGrpSpPr>
        <p:grpSpPr>
          <a:xfrm>
            <a:off x="339798" y="485912"/>
            <a:ext cx="373419" cy="350637"/>
            <a:chOff x="3708550" y="3474950"/>
            <a:chExt cx="256100" cy="240475"/>
          </a:xfrm>
        </p:grpSpPr>
        <p:sp>
          <p:nvSpPr>
            <p:cNvPr id="1381" name="Google Shape;1381;p3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3" name="Google Shape;1383;p31"/>
          <p:cNvGrpSpPr/>
          <p:nvPr/>
        </p:nvGrpSpPr>
        <p:grpSpPr>
          <a:xfrm flipH="1" rot="900019">
            <a:off x="7665395" y="445321"/>
            <a:ext cx="524402" cy="431815"/>
            <a:chOff x="7315125" y="1121525"/>
            <a:chExt cx="1112525" cy="916100"/>
          </a:xfrm>
        </p:grpSpPr>
        <p:sp>
          <p:nvSpPr>
            <p:cNvPr id="1384" name="Google Shape;1384;p3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6" name="Google Shape;1386;p31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1387" name="Google Shape;1387;p3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388" name="Google Shape;1388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3" name="Google Shape;1393;p3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394" name="Google Shape;1394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9" name="Google Shape;1399;p3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400" name="Google Shape;1400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5" name="Google Shape;1405;p3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406" name="Google Shape;1406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3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412" name="Google Shape;1412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7" name="Google Shape;1417;p3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3" name="Google Shape;1423;p3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424" name="Google Shape;1424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29" name="Google Shape;1429;p31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1430" name="Google Shape;1430;p3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431" name="Google Shape;1431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6" name="Google Shape;1436;p3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437" name="Google Shape;1437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2" name="Google Shape;1442;p3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443" name="Google Shape;1443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8" name="Google Shape;1448;p3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449" name="Google Shape;1449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4" name="Google Shape;1454;p3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455" name="Google Shape;1455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3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461" name="Google Shape;1461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6" name="Google Shape;1466;p3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467" name="Google Shape;1467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2" name="Google Shape;1472;p31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1473" name="Google Shape;1473;p3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474" name="Google Shape;1474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9" name="Google Shape;1479;p3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480" name="Google Shape;1480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5" name="Google Shape;1485;p3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486" name="Google Shape;1486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492" name="Google Shape;1492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7" name="Google Shape;1497;p3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498" name="Google Shape;1498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3" name="Google Shape;1503;p3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504" name="Google Shape;1504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9" name="Google Shape;1509;p3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510" name="Google Shape;1510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15" name="Google Shape;1515;p3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1516" name="Google Shape;1516;p31"/>
          <p:cNvSpPr txBox="1"/>
          <p:nvPr>
            <p:ph idx="1" type="body"/>
          </p:nvPr>
        </p:nvSpPr>
        <p:spPr>
          <a:xfrm>
            <a:off x="720025" y="1711800"/>
            <a:ext cx="3767400" cy="28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17" name="Google Shape;1517;p31"/>
          <p:cNvSpPr txBox="1"/>
          <p:nvPr>
            <p:ph idx="2" type="body"/>
          </p:nvPr>
        </p:nvSpPr>
        <p:spPr>
          <a:xfrm>
            <a:off x="4663325" y="1711800"/>
            <a:ext cx="3767400" cy="28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6"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9" name="Google Shape;1519;p32"/>
          <p:cNvGrpSpPr/>
          <p:nvPr/>
        </p:nvGrpSpPr>
        <p:grpSpPr>
          <a:xfrm flipH="1">
            <a:off x="7675528" y="2764510"/>
            <a:ext cx="2141486" cy="2637114"/>
            <a:chOff x="7326200" y="3196774"/>
            <a:chExt cx="1997283" cy="2459535"/>
          </a:xfrm>
        </p:grpSpPr>
        <p:grpSp>
          <p:nvGrpSpPr>
            <p:cNvPr id="1520" name="Google Shape;1520;p3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521" name="Google Shape;1521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6" name="Google Shape;1526;p3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527" name="Google Shape;1527;p3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3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2" name="Google Shape;1532;p3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533" name="Google Shape;1533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38" name="Google Shape;1538;p32"/>
          <p:cNvGrpSpPr/>
          <p:nvPr/>
        </p:nvGrpSpPr>
        <p:grpSpPr>
          <a:xfrm flipH="1">
            <a:off x="-923297" y="2770085"/>
            <a:ext cx="2141486" cy="2637114"/>
            <a:chOff x="7326200" y="3196774"/>
            <a:chExt cx="1997283" cy="2459535"/>
          </a:xfrm>
        </p:grpSpPr>
        <p:grpSp>
          <p:nvGrpSpPr>
            <p:cNvPr id="1539" name="Google Shape;1539;p3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540" name="Google Shape;1540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5" name="Google Shape;1545;p3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546" name="Google Shape;1546;p3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3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3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3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3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1" name="Google Shape;1551;p3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552" name="Google Shape;1552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57" name="Google Shape;1557;p32"/>
          <p:cNvGrpSpPr/>
          <p:nvPr/>
        </p:nvGrpSpPr>
        <p:grpSpPr>
          <a:xfrm flipH="1" rot="900075">
            <a:off x="8127281" y="1457343"/>
            <a:ext cx="605591" cy="513977"/>
            <a:chOff x="6064225" y="1470325"/>
            <a:chExt cx="1112500" cy="944200"/>
          </a:xfrm>
        </p:grpSpPr>
        <p:sp>
          <p:nvSpPr>
            <p:cNvPr id="1558" name="Google Shape;1558;p32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2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0" name="Google Shape;1560;p32"/>
          <p:cNvGrpSpPr/>
          <p:nvPr/>
        </p:nvGrpSpPr>
        <p:grpSpPr>
          <a:xfrm>
            <a:off x="4385310" y="4424112"/>
            <a:ext cx="373419" cy="350637"/>
            <a:chOff x="3708550" y="3474950"/>
            <a:chExt cx="256100" cy="240475"/>
          </a:xfrm>
        </p:grpSpPr>
        <p:sp>
          <p:nvSpPr>
            <p:cNvPr id="1561" name="Google Shape;1561;p3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3" name="Google Shape;1563;p32"/>
          <p:cNvSpPr txBox="1"/>
          <p:nvPr>
            <p:ph idx="1" type="subTitle"/>
          </p:nvPr>
        </p:nvSpPr>
        <p:spPr>
          <a:xfrm>
            <a:off x="1625250" y="2376625"/>
            <a:ext cx="2541000" cy="82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64" name="Google Shape;1564;p32"/>
          <p:cNvSpPr txBox="1"/>
          <p:nvPr>
            <p:ph idx="2" type="subTitle"/>
          </p:nvPr>
        </p:nvSpPr>
        <p:spPr>
          <a:xfrm>
            <a:off x="1625238" y="3125601"/>
            <a:ext cx="25410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565" name="Google Shape;1565;p32"/>
          <p:cNvSpPr txBox="1"/>
          <p:nvPr>
            <p:ph idx="3" type="subTitle"/>
          </p:nvPr>
        </p:nvSpPr>
        <p:spPr>
          <a:xfrm>
            <a:off x="4977710" y="2376625"/>
            <a:ext cx="2541000" cy="82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66" name="Google Shape;1566;p32"/>
          <p:cNvSpPr txBox="1"/>
          <p:nvPr>
            <p:ph idx="4" type="subTitle"/>
          </p:nvPr>
        </p:nvSpPr>
        <p:spPr>
          <a:xfrm>
            <a:off x="4977712" y="3125604"/>
            <a:ext cx="25410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567" name="Google Shape;1567;p32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27"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9" name="Google Shape;1569;p33"/>
          <p:cNvGrpSpPr/>
          <p:nvPr/>
        </p:nvGrpSpPr>
        <p:grpSpPr>
          <a:xfrm flipH="1">
            <a:off x="345292" y="524325"/>
            <a:ext cx="1052475" cy="335125"/>
            <a:chOff x="2293625" y="793625"/>
            <a:chExt cx="1052475" cy="335125"/>
          </a:xfrm>
        </p:grpSpPr>
        <p:sp>
          <p:nvSpPr>
            <p:cNvPr id="1570" name="Google Shape;1570;p33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3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2" name="Google Shape;1572;p33"/>
          <p:cNvGrpSpPr/>
          <p:nvPr/>
        </p:nvGrpSpPr>
        <p:grpSpPr>
          <a:xfrm>
            <a:off x="8244073" y="761574"/>
            <a:ext cx="373419" cy="350637"/>
            <a:chOff x="3708550" y="3474950"/>
            <a:chExt cx="256100" cy="240475"/>
          </a:xfrm>
        </p:grpSpPr>
        <p:sp>
          <p:nvSpPr>
            <p:cNvPr id="1573" name="Google Shape;1573;p3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5" name="Google Shape;1575;p33"/>
          <p:cNvSpPr txBox="1"/>
          <p:nvPr>
            <p:ph idx="1" type="subTitle"/>
          </p:nvPr>
        </p:nvSpPr>
        <p:spPr>
          <a:xfrm>
            <a:off x="1700800" y="3691559"/>
            <a:ext cx="23898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76" name="Google Shape;1576;p33"/>
          <p:cNvSpPr txBox="1"/>
          <p:nvPr>
            <p:ph idx="2" type="subTitle"/>
          </p:nvPr>
        </p:nvSpPr>
        <p:spPr>
          <a:xfrm>
            <a:off x="1700810" y="3956784"/>
            <a:ext cx="23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77" name="Google Shape;1577;p33"/>
          <p:cNvSpPr txBox="1"/>
          <p:nvPr>
            <p:ph idx="3" type="subTitle"/>
          </p:nvPr>
        </p:nvSpPr>
        <p:spPr>
          <a:xfrm>
            <a:off x="5053319" y="3691559"/>
            <a:ext cx="23898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78" name="Google Shape;1578;p33"/>
          <p:cNvSpPr txBox="1"/>
          <p:nvPr>
            <p:ph idx="4" type="subTitle"/>
          </p:nvPr>
        </p:nvSpPr>
        <p:spPr>
          <a:xfrm>
            <a:off x="5053312" y="3956785"/>
            <a:ext cx="23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79" name="Google Shape;1579;p3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1580" name="Google Shape;1580;p33"/>
          <p:cNvSpPr/>
          <p:nvPr>
            <p:ph idx="5" type="pic"/>
          </p:nvPr>
        </p:nvSpPr>
        <p:spPr>
          <a:xfrm>
            <a:off x="1625300" y="1380634"/>
            <a:ext cx="5893500" cy="213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_1_1"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2" name="Google Shape;1582;p34"/>
          <p:cNvGrpSpPr/>
          <p:nvPr/>
        </p:nvGrpSpPr>
        <p:grpSpPr>
          <a:xfrm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1583" name="Google Shape;1583;p3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584" name="Google Shape;1584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9" name="Google Shape;1589;p3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590" name="Google Shape;1590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5" name="Google Shape;1595;p3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596" name="Google Shape;1596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1" name="Google Shape;1601;p3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602" name="Google Shape;1602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7" name="Google Shape;1607;p3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608" name="Google Shape;1608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3" name="Google Shape;1613;p3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614" name="Google Shape;1614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9" name="Google Shape;1619;p3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620" name="Google Shape;1620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25" name="Google Shape;1625;p34"/>
          <p:cNvGrpSpPr/>
          <p:nvPr/>
        </p:nvGrpSpPr>
        <p:grpSpPr>
          <a:xfrm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1626" name="Google Shape;1626;p3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627" name="Google Shape;1627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633" name="Google Shape;1633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8" name="Google Shape;1638;p3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639" name="Google Shape;1639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4" name="Google Shape;1644;p3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645" name="Google Shape;1645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651" name="Google Shape;1651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6" name="Google Shape;1656;p3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657" name="Google Shape;1657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2" name="Google Shape;1662;p3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663" name="Google Shape;1663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68" name="Google Shape;1668;p34"/>
          <p:cNvGrpSpPr/>
          <p:nvPr/>
        </p:nvGrpSpPr>
        <p:grpSpPr>
          <a:xfrm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1669" name="Google Shape;1669;p3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670" name="Google Shape;1670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5" name="Google Shape;1675;p3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676" name="Google Shape;1676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1" name="Google Shape;1681;p3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682" name="Google Shape;1682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7" name="Google Shape;1687;p3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688" name="Google Shape;1688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3" name="Google Shape;1693;p3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694" name="Google Shape;1694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9" name="Google Shape;1699;p3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700" name="Google Shape;1700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5" name="Google Shape;1705;p3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706" name="Google Shape;1706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1" name="Google Shape;1711;p34"/>
          <p:cNvGrpSpPr/>
          <p:nvPr/>
        </p:nvGrpSpPr>
        <p:grpSpPr>
          <a:xfrm>
            <a:off x="8033531" y="897696"/>
            <a:ext cx="1177778" cy="435980"/>
            <a:chOff x="1119600" y="2506400"/>
            <a:chExt cx="763700" cy="282700"/>
          </a:xfrm>
        </p:grpSpPr>
        <p:sp>
          <p:nvSpPr>
            <p:cNvPr id="1712" name="Google Shape;1712;p34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4" name="Google Shape;1714;p34"/>
          <p:cNvGrpSpPr/>
          <p:nvPr/>
        </p:nvGrpSpPr>
        <p:grpSpPr>
          <a:xfrm>
            <a:off x="8563710" y="3374687"/>
            <a:ext cx="373419" cy="350637"/>
            <a:chOff x="3708550" y="3474950"/>
            <a:chExt cx="256100" cy="240475"/>
          </a:xfrm>
        </p:grpSpPr>
        <p:sp>
          <p:nvSpPr>
            <p:cNvPr id="1715" name="Google Shape;1715;p3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7" name="Google Shape;1717;p34"/>
          <p:cNvSpPr txBox="1"/>
          <p:nvPr>
            <p:ph idx="1" type="subTitle"/>
          </p:nvPr>
        </p:nvSpPr>
        <p:spPr>
          <a:xfrm>
            <a:off x="827227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718" name="Google Shape;1718;p34"/>
          <p:cNvSpPr txBox="1"/>
          <p:nvPr>
            <p:ph idx="2" type="subTitle"/>
          </p:nvPr>
        </p:nvSpPr>
        <p:spPr>
          <a:xfrm>
            <a:off x="827225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719" name="Google Shape;1719;p34"/>
          <p:cNvSpPr txBox="1"/>
          <p:nvPr>
            <p:ph idx="3" type="subTitle"/>
          </p:nvPr>
        </p:nvSpPr>
        <p:spPr>
          <a:xfrm>
            <a:off x="3442950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720" name="Google Shape;1720;p34"/>
          <p:cNvSpPr txBox="1"/>
          <p:nvPr>
            <p:ph idx="4" type="subTitle"/>
          </p:nvPr>
        </p:nvSpPr>
        <p:spPr>
          <a:xfrm>
            <a:off x="3442950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721" name="Google Shape;1721;p34"/>
          <p:cNvSpPr txBox="1"/>
          <p:nvPr>
            <p:ph idx="5" type="subTitle"/>
          </p:nvPr>
        </p:nvSpPr>
        <p:spPr>
          <a:xfrm>
            <a:off x="6058673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722" name="Google Shape;1722;p34"/>
          <p:cNvSpPr txBox="1"/>
          <p:nvPr>
            <p:ph idx="6" type="subTitle"/>
          </p:nvPr>
        </p:nvSpPr>
        <p:spPr>
          <a:xfrm>
            <a:off x="6058675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723" name="Google Shape;1723;p34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5" name="Google Shape;1725;p35"/>
          <p:cNvGrpSpPr/>
          <p:nvPr/>
        </p:nvGrpSpPr>
        <p:grpSpPr>
          <a:xfrm>
            <a:off x="-1013177" y="2143874"/>
            <a:ext cx="2778020" cy="3420968"/>
            <a:chOff x="7326200" y="3196774"/>
            <a:chExt cx="1997283" cy="2459535"/>
          </a:xfrm>
        </p:grpSpPr>
        <p:grpSp>
          <p:nvGrpSpPr>
            <p:cNvPr id="1726" name="Google Shape;1726;p35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727" name="Google Shape;1727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2" name="Google Shape;1732;p35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733" name="Google Shape;1733;p3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8" name="Google Shape;1738;p35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739" name="Google Shape;1739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44" name="Google Shape;1744;p35"/>
          <p:cNvGrpSpPr/>
          <p:nvPr/>
        </p:nvGrpSpPr>
        <p:grpSpPr>
          <a:xfrm>
            <a:off x="7352993" y="2296487"/>
            <a:ext cx="2787208" cy="3432281"/>
            <a:chOff x="7326200" y="3196774"/>
            <a:chExt cx="1997283" cy="2459535"/>
          </a:xfrm>
        </p:grpSpPr>
        <p:grpSp>
          <p:nvGrpSpPr>
            <p:cNvPr id="1745" name="Google Shape;1745;p35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746" name="Google Shape;1746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1" name="Google Shape;1751;p35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752" name="Google Shape;1752;p3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7" name="Google Shape;1757;p35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758" name="Google Shape;1758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63" name="Google Shape;1763;p35"/>
          <p:cNvGrpSpPr/>
          <p:nvPr/>
        </p:nvGrpSpPr>
        <p:grpSpPr>
          <a:xfrm flipH="1">
            <a:off x="8015792" y="441438"/>
            <a:ext cx="1052475" cy="335125"/>
            <a:chOff x="2293625" y="793625"/>
            <a:chExt cx="1052475" cy="335125"/>
          </a:xfrm>
        </p:grpSpPr>
        <p:sp>
          <p:nvSpPr>
            <p:cNvPr id="1764" name="Google Shape;1764;p3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6" name="Google Shape;1766;p35"/>
          <p:cNvGrpSpPr/>
          <p:nvPr/>
        </p:nvGrpSpPr>
        <p:grpSpPr>
          <a:xfrm flipH="1" rot="900075">
            <a:off x="7768981" y="1390993"/>
            <a:ext cx="605591" cy="513977"/>
            <a:chOff x="6064225" y="1470325"/>
            <a:chExt cx="1112500" cy="944200"/>
          </a:xfrm>
        </p:grpSpPr>
        <p:sp>
          <p:nvSpPr>
            <p:cNvPr id="1767" name="Google Shape;1767;p35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9" name="Google Shape;1769;p35"/>
          <p:cNvGrpSpPr/>
          <p:nvPr/>
        </p:nvGrpSpPr>
        <p:grpSpPr>
          <a:xfrm flipH="1" rot="-900065">
            <a:off x="634737" y="470537"/>
            <a:ext cx="695443" cy="572745"/>
            <a:chOff x="7315125" y="1121525"/>
            <a:chExt cx="1112525" cy="916100"/>
          </a:xfrm>
        </p:grpSpPr>
        <p:sp>
          <p:nvSpPr>
            <p:cNvPr id="1770" name="Google Shape;1770;p35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2" name="Google Shape;1772;p35"/>
          <p:cNvSpPr txBox="1"/>
          <p:nvPr>
            <p:ph hasCustomPrompt="1" type="title"/>
          </p:nvPr>
        </p:nvSpPr>
        <p:spPr>
          <a:xfrm>
            <a:off x="2164950" y="3294750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73" name="Google Shape;1773;p35"/>
          <p:cNvSpPr txBox="1"/>
          <p:nvPr>
            <p:ph hasCustomPrompt="1" idx="2" type="title"/>
          </p:nvPr>
        </p:nvSpPr>
        <p:spPr>
          <a:xfrm>
            <a:off x="2164950" y="1938752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500">
                <a:solidFill>
                  <a:schemeClr val="accent6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74" name="Google Shape;1774;p35"/>
          <p:cNvSpPr txBox="1"/>
          <p:nvPr>
            <p:ph idx="1" type="subTitle"/>
          </p:nvPr>
        </p:nvSpPr>
        <p:spPr>
          <a:xfrm>
            <a:off x="2164950" y="4033313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75" name="Google Shape;1775;p35"/>
          <p:cNvSpPr txBox="1"/>
          <p:nvPr>
            <p:ph idx="3" type="subTitle"/>
          </p:nvPr>
        </p:nvSpPr>
        <p:spPr>
          <a:xfrm>
            <a:off x="2164950" y="2677350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76" name="Google Shape;1776;p35"/>
          <p:cNvSpPr txBox="1"/>
          <p:nvPr>
            <p:ph idx="4" type="subTitle"/>
          </p:nvPr>
        </p:nvSpPr>
        <p:spPr>
          <a:xfrm>
            <a:off x="2164950" y="1321363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77" name="Google Shape;1777;p35"/>
          <p:cNvSpPr txBox="1"/>
          <p:nvPr>
            <p:ph hasCustomPrompt="1" idx="5" type="title"/>
          </p:nvPr>
        </p:nvSpPr>
        <p:spPr>
          <a:xfrm>
            <a:off x="2164950" y="569002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500">
                <a:solidFill>
                  <a:schemeClr val="accent6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9"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9" name="Google Shape;1779;p36"/>
          <p:cNvGrpSpPr/>
          <p:nvPr/>
        </p:nvGrpSpPr>
        <p:grpSpPr>
          <a:xfrm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1780" name="Google Shape;1780;p3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781" name="Google Shape;1781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6" name="Google Shape;1786;p3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787" name="Google Shape;1787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2" name="Google Shape;1792;p3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793" name="Google Shape;1793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8" name="Google Shape;1798;p3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799" name="Google Shape;1799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4" name="Google Shape;1804;p3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805" name="Google Shape;1805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0" name="Google Shape;1810;p3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811" name="Google Shape;1811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6" name="Google Shape;1816;p3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817" name="Google Shape;1817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22" name="Google Shape;1822;p36"/>
          <p:cNvGrpSpPr/>
          <p:nvPr/>
        </p:nvGrpSpPr>
        <p:grpSpPr>
          <a:xfrm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1823" name="Google Shape;1823;p3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824" name="Google Shape;1824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9" name="Google Shape;1829;p3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830" name="Google Shape;1830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35" name="Google Shape;1835;p3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836" name="Google Shape;1836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1" name="Google Shape;1841;p3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842" name="Google Shape;1842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7" name="Google Shape;1847;p3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848" name="Google Shape;1848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3" name="Google Shape;1853;p3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854" name="Google Shape;1854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9" name="Google Shape;1859;p3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860" name="Google Shape;1860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5" name="Google Shape;1865;p36"/>
          <p:cNvGrpSpPr/>
          <p:nvPr/>
        </p:nvGrpSpPr>
        <p:grpSpPr>
          <a:xfrm flipH="1" rot="900075">
            <a:off x="8174433" y="1447026"/>
            <a:ext cx="605591" cy="513977"/>
            <a:chOff x="6064225" y="1470325"/>
            <a:chExt cx="1112500" cy="944200"/>
          </a:xfrm>
        </p:grpSpPr>
        <p:sp>
          <p:nvSpPr>
            <p:cNvPr id="1866" name="Google Shape;1866;p36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6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8" name="Google Shape;1868;p36"/>
          <p:cNvGrpSpPr/>
          <p:nvPr/>
        </p:nvGrpSpPr>
        <p:grpSpPr>
          <a:xfrm>
            <a:off x="-400044" y="985046"/>
            <a:ext cx="1177778" cy="435980"/>
            <a:chOff x="1119600" y="2506400"/>
            <a:chExt cx="763700" cy="282700"/>
          </a:xfrm>
        </p:grpSpPr>
        <p:sp>
          <p:nvSpPr>
            <p:cNvPr id="1869" name="Google Shape;1869;p36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6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1" name="Google Shape;1871;p36"/>
          <p:cNvSpPr txBox="1"/>
          <p:nvPr>
            <p:ph hasCustomPrompt="1" type="title"/>
          </p:nvPr>
        </p:nvSpPr>
        <p:spPr>
          <a:xfrm>
            <a:off x="3442950" y="1926965"/>
            <a:ext cx="2258100" cy="71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872" name="Google Shape;1872;p36"/>
          <p:cNvSpPr txBox="1"/>
          <p:nvPr>
            <p:ph hasCustomPrompt="1" idx="2" type="title"/>
          </p:nvPr>
        </p:nvSpPr>
        <p:spPr>
          <a:xfrm>
            <a:off x="827225" y="1926965"/>
            <a:ext cx="2258100" cy="7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873" name="Google Shape;1873;p36"/>
          <p:cNvSpPr txBox="1"/>
          <p:nvPr>
            <p:ph idx="1" type="subTitle"/>
          </p:nvPr>
        </p:nvSpPr>
        <p:spPr>
          <a:xfrm>
            <a:off x="827225" y="3249326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874" name="Google Shape;1874;p36"/>
          <p:cNvSpPr txBox="1"/>
          <p:nvPr>
            <p:ph idx="3" type="subTitle"/>
          </p:nvPr>
        </p:nvSpPr>
        <p:spPr>
          <a:xfrm>
            <a:off x="827225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75" name="Google Shape;1875;p36"/>
          <p:cNvSpPr txBox="1"/>
          <p:nvPr>
            <p:ph idx="4" type="subTitle"/>
          </p:nvPr>
        </p:nvSpPr>
        <p:spPr>
          <a:xfrm>
            <a:off x="3442950" y="3249327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876" name="Google Shape;1876;p36"/>
          <p:cNvSpPr txBox="1"/>
          <p:nvPr>
            <p:ph idx="5" type="subTitle"/>
          </p:nvPr>
        </p:nvSpPr>
        <p:spPr>
          <a:xfrm>
            <a:off x="3442950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77" name="Google Shape;1877;p36"/>
          <p:cNvSpPr txBox="1"/>
          <p:nvPr>
            <p:ph idx="6" type="subTitle"/>
          </p:nvPr>
        </p:nvSpPr>
        <p:spPr>
          <a:xfrm>
            <a:off x="6058675" y="3249326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878" name="Google Shape;1878;p36"/>
          <p:cNvSpPr txBox="1"/>
          <p:nvPr>
            <p:ph idx="7" type="subTitle"/>
          </p:nvPr>
        </p:nvSpPr>
        <p:spPr>
          <a:xfrm>
            <a:off x="6058674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79" name="Google Shape;1879;p36"/>
          <p:cNvSpPr txBox="1"/>
          <p:nvPr>
            <p:ph hasCustomPrompt="1" idx="8" type="title"/>
          </p:nvPr>
        </p:nvSpPr>
        <p:spPr>
          <a:xfrm>
            <a:off x="6058674" y="1926965"/>
            <a:ext cx="2258100" cy="7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880" name="Google Shape;1880;p36"/>
          <p:cNvSpPr txBox="1"/>
          <p:nvPr>
            <p:ph idx="9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4_2"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2" name="Google Shape;1882;p37"/>
          <p:cNvGrpSpPr/>
          <p:nvPr/>
        </p:nvGrpSpPr>
        <p:grpSpPr>
          <a:xfrm>
            <a:off x="-2144587" y="2836686"/>
            <a:ext cx="3192797" cy="2882012"/>
            <a:chOff x="825252" y="2083299"/>
            <a:chExt cx="4206583" cy="3797117"/>
          </a:xfrm>
        </p:grpSpPr>
        <p:grpSp>
          <p:nvGrpSpPr>
            <p:cNvPr id="1883" name="Google Shape;1883;p37"/>
            <p:cNvGrpSpPr/>
            <p:nvPr/>
          </p:nvGrpSpPr>
          <p:grpSpPr>
            <a:xfrm flipH="1">
              <a:off x="3862520" y="2083299"/>
              <a:ext cx="1169316" cy="3705371"/>
              <a:chOff x="689500" y="2924525"/>
              <a:chExt cx="1313100" cy="4161000"/>
            </a:xfrm>
          </p:grpSpPr>
          <p:sp>
            <p:nvSpPr>
              <p:cNvPr id="1884" name="Google Shape;1884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9" name="Google Shape;1889;p37"/>
            <p:cNvGrpSpPr/>
            <p:nvPr/>
          </p:nvGrpSpPr>
          <p:grpSpPr>
            <a:xfrm flipH="1">
              <a:off x="2946058" y="2391878"/>
              <a:ext cx="1169316" cy="3271608"/>
              <a:chOff x="-1044450" y="1559250"/>
              <a:chExt cx="1313100" cy="3673900"/>
            </a:xfrm>
          </p:grpSpPr>
          <p:sp>
            <p:nvSpPr>
              <p:cNvPr id="1890" name="Google Shape;1890;p37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37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37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37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37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5" name="Google Shape;1895;p37"/>
            <p:cNvGrpSpPr/>
            <p:nvPr/>
          </p:nvGrpSpPr>
          <p:grpSpPr>
            <a:xfrm flipH="1">
              <a:off x="1897405" y="2160705"/>
              <a:ext cx="1169316" cy="3271608"/>
              <a:chOff x="-1044450" y="1559250"/>
              <a:chExt cx="1313100" cy="3673900"/>
            </a:xfrm>
          </p:grpSpPr>
          <p:sp>
            <p:nvSpPr>
              <p:cNvPr id="1896" name="Google Shape;1896;p37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37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37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37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37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1" name="Google Shape;1901;p37"/>
            <p:cNvGrpSpPr/>
            <p:nvPr/>
          </p:nvGrpSpPr>
          <p:grpSpPr>
            <a:xfrm flipH="1">
              <a:off x="825252" y="2175046"/>
              <a:ext cx="1169316" cy="3705371"/>
              <a:chOff x="689500" y="2924525"/>
              <a:chExt cx="1313100" cy="4161000"/>
            </a:xfrm>
          </p:grpSpPr>
          <p:sp>
            <p:nvSpPr>
              <p:cNvPr id="1902" name="Google Shape;1902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07" name="Google Shape;1907;p37"/>
          <p:cNvGrpSpPr/>
          <p:nvPr/>
        </p:nvGrpSpPr>
        <p:grpSpPr>
          <a:xfrm>
            <a:off x="8142813" y="2792369"/>
            <a:ext cx="2555211" cy="3002527"/>
            <a:chOff x="4955884" y="1726985"/>
            <a:chExt cx="3366550" cy="3955898"/>
          </a:xfrm>
        </p:grpSpPr>
        <p:grpSp>
          <p:nvGrpSpPr>
            <p:cNvPr id="1908" name="Google Shape;1908;p37"/>
            <p:cNvGrpSpPr/>
            <p:nvPr/>
          </p:nvGrpSpPr>
          <p:grpSpPr>
            <a:xfrm flipH="1">
              <a:off x="6033410" y="1977531"/>
              <a:ext cx="1169316" cy="3271608"/>
              <a:chOff x="-1044450" y="1559250"/>
              <a:chExt cx="1313100" cy="3673900"/>
            </a:xfrm>
          </p:grpSpPr>
          <p:sp>
            <p:nvSpPr>
              <p:cNvPr id="1909" name="Google Shape;1909;p37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37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37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37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37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4" name="Google Shape;1914;p37"/>
            <p:cNvGrpSpPr/>
            <p:nvPr/>
          </p:nvGrpSpPr>
          <p:grpSpPr>
            <a:xfrm flipH="1">
              <a:off x="4955884" y="1726985"/>
              <a:ext cx="1169316" cy="3705370"/>
              <a:chOff x="689500" y="2924525"/>
              <a:chExt cx="1313100" cy="4161000"/>
            </a:xfrm>
          </p:grpSpPr>
          <p:sp>
            <p:nvSpPr>
              <p:cNvPr id="1915" name="Google Shape;1915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0" name="Google Shape;1920;p37"/>
            <p:cNvGrpSpPr/>
            <p:nvPr/>
          </p:nvGrpSpPr>
          <p:grpSpPr>
            <a:xfrm flipH="1">
              <a:off x="7153118" y="1977513"/>
              <a:ext cx="1169316" cy="3705371"/>
              <a:chOff x="689500" y="2924525"/>
              <a:chExt cx="1313100" cy="4161000"/>
            </a:xfrm>
          </p:grpSpPr>
          <p:sp>
            <p:nvSpPr>
              <p:cNvPr id="1921" name="Google Shape;1921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26" name="Google Shape;1926;p37"/>
          <p:cNvGrpSpPr/>
          <p:nvPr/>
        </p:nvGrpSpPr>
        <p:grpSpPr>
          <a:xfrm>
            <a:off x="-298695" y="807459"/>
            <a:ext cx="1529562" cy="487037"/>
            <a:chOff x="2293625" y="793625"/>
            <a:chExt cx="1052475" cy="335125"/>
          </a:xfrm>
        </p:grpSpPr>
        <p:sp>
          <p:nvSpPr>
            <p:cNvPr id="1927" name="Google Shape;1927;p3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9" name="Google Shape;1929;p37"/>
          <p:cNvSpPr txBox="1"/>
          <p:nvPr>
            <p:ph idx="1" type="subTitle"/>
          </p:nvPr>
        </p:nvSpPr>
        <p:spPr>
          <a:xfrm>
            <a:off x="2082104" y="1821675"/>
            <a:ext cx="2288700" cy="5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30" name="Google Shape;1930;p37"/>
          <p:cNvSpPr txBox="1"/>
          <p:nvPr>
            <p:ph idx="2" type="subTitle"/>
          </p:nvPr>
        </p:nvSpPr>
        <p:spPr>
          <a:xfrm>
            <a:off x="2082105" y="224322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31" name="Google Shape;1931;p37"/>
          <p:cNvSpPr txBox="1"/>
          <p:nvPr>
            <p:ph idx="3" type="subTitle"/>
          </p:nvPr>
        </p:nvSpPr>
        <p:spPr>
          <a:xfrm>
            <a:off x="2082104" y="3261475"/>
            <a:ext cx="2288700" cy="5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32" name="Google Shape;1932;p37"/>
          <p:cNvSpPr txBox="1"/>
          <p:nvPr>
            <p:ph idx="4" type="subTitle"/>
          </p:nvPr>
        </p:nvSpPr>
        <p:spPr>
          <a:xfrm>
            <a:off x="2082105" y="372827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33" name="Google Shape;1933;p37"/>
          <p:cNvSpPr txBox="1"/>
          <p:nvPr>
            <p:ph idx="5" type="subTitle"/>
          </p:nvPr>
        </p:nvSpPr>
        <p:spPr>
          <a:xfrm>
            <a:off x="4762182" y="1821675"/>
            <a:ext cx="2288700" cy="5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34" name="Google Shape;1934;p37"/>
          <p:cNvSpPr txBox="1"/>
          <p:nvPr>
            <p:ph idx="6" type="subTitle"/>
          </p:nvPr>
        </p:nvSpPr>
        <p:spPr>
          <a:xfrm>
            <a:off x="4762179" y="224322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35" name="Google Shape;1935;p37"/>
          <p:cNvSpPr txBox="1"/>
          <p:nvPr>
            <p:ph idx="7" type="subTitle"/>
          </p:nvPr>
        </p:nvSpPr>
        <p:spPr>
          <a:xfrm>
            <a:off x="4762179" y="3262864"/>
            <a:ext cx="2288700" cy="5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36" name="Google Shape;1936;p37"/>
          <p:cNvSpPr txBox="1"/>
          <p:nvPr>
            <p:ph idx="8" type="subTitle"/>
          </p:nvPr>
        </p:nvSpPr>
        <p:spPr>
          <a:xfrm>
            <a:off x="4762179" y="372827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37" name="Google Shape;1937;p3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">
  <p:cSld name="CUSTOM_3_1_4_2_1_1"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9" name="Google Shape;1939;p38"/>
          <p:cNvGrpSpPr/>
          <p:nvPr/>
        </p:nvGrpSpPr>
        <p:grpSpPr>
          <a:xfrm>
            <a:off x="-767216" y="4117494"/>
            <a:ext cx="3555360" cy="1866984"/>
            <a:chOff x="774567" y="3582394"/>
            <a:chExt cx="3555360" cy="1866984"/>
          </a:xfrm>
        </p:grpSpPr>
        <p:grpSp>
          <p:nvGrpSpPr>
            <p:cNvPr id="1940" name="Google Shape;1940;p38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1941" name="Google Shape;1941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6" name="Google Shape;1946;p38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1947" name="Google Shape;1947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2" name="Google Shape;1952;p38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1953" name="Google Shape;1953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8" name="Google Shape;1958;p38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1959" name="Google Shape;1959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4" name="Google Shape;1964;p38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1965" name="Google Shape;1965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0" name="Google Shape;1970;p38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1971" name="Google Shape;1971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6" name="Google Shape;1976;p38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1977" name="Google Shape;1977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82" name="Google Shape;1982;p38"/>
          <p:cNvGrpSpPr/>
          <p:nvPr/>
        </p:nvGrpSpPr>
        <p:grpSpPr>
          <a:xfrm>
            <a:off x="2788134" y="4117494"/>
            <a:ext cx="3555360" cy="1866984"/>
            <a:chOff x="774567" y="3582394"/>
            <a:chExt cx="3555360" cy="1866984"/>
          </a:xfrm>
        </p:grpSpPr>
        <p:grpSp>
          <p:nvGrpSpPr>
            <p:cNvPr id="1983" name="Google Shape;1983;p38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1984" name="Google Shape;1984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9" name="Google Shape;1989;p38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1990" name="Google Shape;1990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5" name="Google Shape;1995;p38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1996" name="Google Shape;1996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1" name="Google Shape;2001;p38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2002" name="Google Shape;2002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7" name="Google Shape;2007;p38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2008" name="Google Shape;2008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3" name="Google Shape;2013;p38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2014" name="Google Shape;2014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9" name="Google Shape;2019;p38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2020" name="Google Shape;2020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25" name="Google Shape;2025;p38"/>
          <p:cNvGrpSpPr/>
          <p:nvPr/>
        </p:nvGrpSpPr>
        <p:grpSpPr>
          <a:xfrm>
            <a:off x="6342509" y="4117494"/>
            <a:ext cx="3555360" cy="1866984"/>
            <a:chOff x="774567" y="3582394"/>
            <a:chExt cx="3555360" cy="1866984"/>
          </a:xfrm>
        </p:grpSpPr>
        <p:grpSp>
          <p:nvGrpSpPr>
            <p:cNvPr id="2026" name="Google Shape;2026;p38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2027" name="Google Shape;2027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2" name="Google Shape;2032;p38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2033" name="Google Shape;2033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8" name="Google Shape;2038;p38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2039" name="Google Shape;2039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44" name="Google Shape;2044;p38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2045" name="Google Shape;2045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0" name="Google Shape;2050;p38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2051" name="Google Shape;2051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6" name="Google Shape;2056;p38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2057" name="Google Shape;2057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62" name="Google Shape;2062;p38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2063" name="Google Shape;2063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5" name="Google Shape;2065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6" name="Google Shape;2066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68" name="Google Shape;2068;p38"/>
          <p:cNvGrpSpPr/>
          <p:nvPr/>
        </p:nvGrpSpPr>
        <p:grpSpPr>
          <a:xfrm flipH="1" rot="900019">
            <a:off x="8333376" y="1343321"/>
            <a:ext cx="524402" cy="431815"/>
            <a:chOff x="7315125" y="1121525"/>
            <a:chExt cx="1112525" cy="916100"/>
          </a:xfrm>
        </p:grpSpPr>
        <p:sp>
          <p:nvSpPr>
            <p:cNvPr id="2069" name="Google Shape;2069;p38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8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1" name="Google Shape;2071;p38"/>
          <p:cNvGrpSpPr/>
          <p:nvPr/>
        </p:nvGrpSpPr>
        <p:grpSpPr>
          <a:xfrm>
            <a:off x="7516983" y="322001"/>
            <a:ext cx="2403704" cy="522741"/>
            <a:chOff x="4007175" y="1128725"/>
            <a:chExt cx="2166475" cy="471150"/>
          </a:xfrm>
        </p:grpSpPr>
        <p:sp>
          <p:nvSpPr>
            <p:cNvPr id="2072" name="Google Shape;2072;p38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8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4" name="Google Shape;2074;p38"/>
          <p:cNvSpPr txBox="1"/>
          <p:nvPr>
            <p:ph idx="1" type="subTitle"/>
          </p:nvPr>
        </p:nvSpPr>
        <p:spPr>
          <a:xfrm>
            <a:off x="2001589" y="183564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75" name="Google Shape;2075;p38"/>
          <p:cNvSpPr txBox="1"/>
          <p:nvPr>
            <p:ph idx="2" type="subTitle"/>
          </p:nvPr>
        </p:nvSpPr>
        <p:spPr>
          <a:xfrm>
            <a:off x="2001588" y="21204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076" name="Google Shape;2076;p38"/>
          <p:cNvSpPr txBox="1"/>
          <p:nvPr>
            <p:ph idx="3" type="subTitle"/>
          </p:nvPr>
        </p:nvSpPr>
        <p:spPr>
          <a:xfrm>
            <a:off x="3485376" y="2939712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77" name="Google Shape;2077;p38"/>
          <p:cNvSpPr txBox="1"/>
          <p:nvPr>
            <p:ph idx="4" type="subTitle"/>
          </p:nvPr>
        </p:nvSpPr>
        <p:spPr>
          <a:xfrm>
            <a:off x="3485375" y="32263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078" name="Google Shape;2078;p38"/>
          <p:cNvSpPr txBox="1"/>
          <p:nvPr>
            <p:ph idx="5" type="subTitle"/>
          </p:nvPr>
        </p:nvSpPr>
        <p:spPr>
          <a:xfrm>
            <a:off x="4971087" y="183564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79" name="Google Shape;2079;p38"/>
          <p:cNvSpPr txBox="1"/>
          <p:nvPr>
            <p:ph idx="6" type="subTitle"/>
          </p:nvPr>
        </p:nvSpPr>
        <p:spPr>
          <a:xfrm>
            <a:off x="4971087" y="21204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080" name="Google Shape;2080;p38"/>
          <p:cNvSpPr txBox="1"/>
          <p:nvPr>
            <p:ph idx="7" type="subTitle"/>
          </p:nvPr>
        </p:nvSpPr>
        <p:spPr>
          <a:xfrm>
            <a:off x="6256587" y="293969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81" name="Google Shape;2081;p38"/>
          <p:cNvSpPr txBox="1"/>
          <p:nvPr>
            <p:ph idx="8" type="subTitle"/>
          </p:nvPr>
        </p:nvSpPr>
        <p:spPr>
          <a:xfrm>
            <a:off x="6256587" y="322451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082" name="Google Shape;2082;p38"/>
          <p:cNvSpPr txBox="1"/>
          <p:nvPr>
            <p:ph idx="9" type="subTitle"/>
          </p:nvPr>
        </p:nvSpPr>
        <p:spPr>
          <a:xfrm>
            <a:off x="714164" y="2939712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83" name="Google Shape;2083;p38"/>
          <p:cNvSpPr txBox="1"/>
          <p:nvPr>
            <p:ph idx="13" type="subTitle"/>
          </p:nvPr>
        </p:nvSpPr>
        <p:spPr>
          <a:xfrm>
            <a:off x="714163" y="32263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084" name="Google Shape;2084;p3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_1_1"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6" name="Google Shape;2086;p39"/>
          <p:cNvGrpSpPr/>
          <p:nvPr/>
        </p:nvGrpSpPr>
        <p:grpSpPr>
          <a:xfrm>
            <a:off x="-1428263" y="2696360"/>
            <a:ext cx="2141486" cy="2637114"/>
            <a:chOff x="7326200" y="3196774"/>
            <a:chExt cx="1997283" cy="2459535"/>
          </a:xfrm>
        </p:grpSpPr>
        <p:grpSp>
          <p:nvGrpSpPr>
            <p:cNvPr id="2087" name="Google Shape;2087;p39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088" name="Google Shape;2088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3" name="Google Shape;2093;p39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094" name="Google Shape;2094;p3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3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3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3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3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9" name="Google Shape;2099;p39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100" name="Google Shape;2100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05" name="Google Shape;2105;p39"/>
          <p:cNvGrpSpPr/>
          <p:nvPr/>
        </p:nvGrpSpPr>
        <p:grpSpPr>
          <a:xfrm>
            <a:off x="8430787" y="2696360"/>
            <a:ext cx="2141486" cy="2637114"/>
            <a:chOff x="7326200" y="3196774"/>
            <a:chExt cx="1997283" cy="2459535"/>
          </a:xfrm>
        </p:grpSpPr>
        <p:grpSp>
          <p:nvGrpSpPr>
            <p:cNvPr id="2106" name="Google Shape;2106;p39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107" name="Google Shape;2107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0" name="Google Shape;2110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2" name="Google Shape;2112;p39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113" name="Google Shape;2113;p3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3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3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6" name="Google Shape;2116;p3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3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8" name="Google Shape;2118;p39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119" name="Google Shape;2119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24" name="Google Shape;2124;p39"/>
          <p:cNvGrpSpPr/>
          <p:nvPr/>
        </p:nvGrpSpPr>
        <p:grpSpPr>
          <a:xfrm flipH="1" rot="900165">
            <a:off x="8213337" y="1644055"/>
            <a:ext cx="615846" cy="522680"/>
            <a:chOff x="6064225" y="1470325"/>
            <a:chExt cx="1112500" cy="944200"/>
          </a:xfrm>
        </p:grpSpPr>
        <p:sp>
          <p:nvSpPr>
            <p:cNvPr id="2125" name="Google Shape;2125;p39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9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7" name="Google Shape;2127;p39"/>
          <p:cNvGrpSpPr/>
          <p:nvPr/>
        </p:nvGrpSpPr>
        <p:grpSpPr>
          <a:xfrm>
            <a:off x="-616745" y="871334"/>
            <a:ext cx="1529562" cy="487037"/>
            <a:chOff x="2293625" y="793625"/>
            <a:chExt cx="1052475" cy="335125"/>
          </a:xfrm>
        </p:grpSpPr>
        <p:sp>
          <p:nvSpPr>
            <p:cNvPr id="2128" name="Google Shape;2128;p3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0" name="Google Shape;2130;p39"/>
          <p:cNvGrpSpPr/>
          <p:nvPr/>
        </p:nvGrpSpPr>
        <p:grpSpPr>
          <a:xfrm>
            <a:off x="8430782" y="463291"/>
            <a:ext cx="373419" cy="350637"/>
            <a:chOff x="3708550" y="3474950"/>
            <a:chExt cx="256100" cy="240475"/>
          </a:xfrm>
        </p:grpSpPr>
        <p:sp>
          <p:nvSpPr>
            <p:cNvPr id="2131" name="Google Shape;2131;p39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9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3" name="Google Shape;2133;p39"/>
          <p:cNvSpPr txBox="1"/>
          <p:nvPr>
            <p:ph idx="1" type="subTitle"/>
          </p:nvPr>
        </p:nvSpPr>
        <p:spPr>
          <a:xfrm>
            <a:off x="5671646" y="2609261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34" name="Google Shape;2134;p39"/>
          <p:cNvSpPr txBox="1"/>
          <p:nvPr>
            <p:ph idx="2" type="subTitle"/>
          </p:nvPr>
        </p:nvSpPr>
        <p:spPr>
          <a:xfrm>
            <a:off x="5671646" y="2866598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35" name="Google Shape;2135;p39"/>
          <p:cNvSpPr txBox="1"/>
          <p:nvPr>
            <p:ph idx="3" type="subTitle"/>
          </p:nvPr>
        </p:nvSpPr>
        <p:spPr>
          <a:xfrm>
            <a:off x="5671646" y="1485450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36" name="Google Shape;2136;p39"/>
          <p:cNvSpPr txBox="1"/>
          <p:nvPr>
            <p:ph idx="4" type="subTitle"/>
          </p:nvPr>
        </p:nvSpPr>
        <p:spPr>
          <a:xfrm>
            <a:off x="5671646" y="1742776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37" name="Google Shape;2137;p39"/>
          <p:cNvSpPr txBox="1"/>
          <p:nvPr>
            <p:ph idx="5" type="subTitle"/>
          </p:nvPr>
        </p:nvSpPr>
        <p:spPr>
          <a:xfrm>
            <a:off x="5671646" y="3733073"/>
            <a:ext cx="2183100" cy="371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38" name="Google Shape;2138;p39"/>
          <p:cNvSpPr txBox="1"/>
          <p:nvPr>
            <p:ph idx="6" type="subTitle"/>
          </p:nvPr>
        </p:nvSpPr>
        <p:spPr>
          <a:xfrm>
            <a:off x="5671646" y="3990400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39" name="Google Shape;2139;p39"/>
          <p:cNvSpPr txBox="1"/>
          <p:nvPr>
            <p:ph idx="7" type="subTitle"/>
          </p:nvPr>
        </p:nvSpPr>
        <p:spPr>
          <a:xfrm>
            <a:off x="1276396" y="1485450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40" name="Google Shape;2140;p39"/>
          <p:cNvSpPr txBox="1"/>
          <p:nvPr>
            <p:ph idx="8" type="subTitle"/>
          </p:nvPr>
        </p:nvSpPr>
        <p:spPr>
          <a:xfrm>
            <a:off x="1276396" y="1742776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41" name="Google Shape;2141;p39"/>
          <p:cNvSpPr txBox="1"/>
          <p:nvPr>
            <p:ph idx="9" type="subTitle"/>
          </p:nvPr>
        </p:nvSpPr>
        <p:spPr>
          <a:xfrm>
            <a:off x="1276396" y="2609261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42" name="Google Shape;2142;p39"/>
          <p:cNvSpPr txBox="1"/>
          <p:nvPr>
            <p:ph idx="13" type="subTitle"/>
          </p:nvPr>
        </p:nvSpPr>
        <p:spPr>
          <a:xfrm>
            <a:off x="1276396" y="2866598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43" name="Google Shape;2143;p39"/>
          <p:cNvSpPr txBox="1"/>
          <p:nvPr>
            <p:ph idx="14" type="subTitle"/>
          </p:nvPr>
        </p:nvSpPr>
        <p:spPr>
          <a:xfrm>
            <a:off x="1276396" y="3733075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44" name="Google Shape;2144;p39"/>
          <p:cNvSpPr txBox="1"/>
          <p:nvPr>
            <p:ph idx="15" type="subTitle"/>
          </p:nvPr>
        </p:nvSpPr>
        <p:spPr>
          <a:xfrm>
            <a:off x="1276396" y="3990400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45" name="Google Shape;2145;p39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3"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7" name="Google Shape;2147;p40"/>
          <p:cNvGrpSpPr/>
          <p:nvPr/>
        </p:nvGrpSpPr>
        <p:grpSpPr>
          <a:xfrm>
            <a:off x="-115778" y="1926406"/>
            <a:ext cx="4777565" cy="4312634"/>
            <a:chOff x="-115778" y="1926406"/>
            <a:chExt cx="4777565" cy="4312634"/>
          </a:xfrm>
        </p:grpSpPr>
        <p:grpSp>
          <p:nvGrpSpPr>
            <p:cNvPr id="2148" name="Google Shape;2148;p40"/>
            <p:cNvGrpSpPr/>
            <p:nvPr/>
          </p:nvGrpSpPr>
          <p:grpSpPr>
            <a:xfrm>
              <a:off x="-115778" y="1926406"/>
              <a:ext cx="1328069" cy="4208435"/>
              <a:chOff x="689500" y="2924525"/>
              <a:chExt cx="1313100" cy="4161000"/>
            </a:xfrm>
          </p:grpSpPr>
          <p:sp>
            <p:nvSpPr>
              <p:cNvPr id="2149" name="Google Shape;2149;p4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0" name="Google Shape;2150;p4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1" name="Google Shape;2151;p4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2" name="Google Shape;2152;p4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3" name="Google Shape;2153;p4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4" name="Google Shape;2154;p40"/>
            <p:cNvGrpSpPr/>
            <p:nvPr/>
          </p:nvGrpSpPr>
          <p:grpSpPr>
            <a:xfrm>
              <a:off x="925003" y="2276815"/>
              <a:ext cx="1328069" cy="3715782"/>
              <a:chOff x="-1044450" y="1559250"/>
              <a:chExt cx="1313100" cy="3673900"/>
            </a:xfrm>
          </p:grpSpPr>
          <p:sp>
            <p:nvSpPr>
              <p:cNvPr id="2155" name="Google Shape;2155;p4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6" name="Google Shape;2156;p4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4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8" name="Google Shape;2158;p4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9" name="Google Shape;2159;p4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0" name="Google Shape;2160;p40"/>
            <p:cNvGrpSpPr/>
            <p:nvPr/>
          </p:nvGrpSpPr>
          <p:grpSpPr>
            <a:xfrm>
              <a:off x="2115983" y="2014265"/>
              <a:ext cx="1328069" cy="3715782"/>
              <a:chOff x="-1044450" y="1559250"/>
              <a:chExt cx="1313100" cy="3673900"/>
            </a:xfrm>
          </p:grpSpPr>
          <p:sp>
            <p:nvSpPr>
              <p:cNvPr id="2161" name="Google Shape;2161;p4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4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4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4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4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6" name="Google Shape;2166;p40"/>
            <p:cNvGrpSpPr/>
            <p:nvPr/>
          </p:nvGrpSpPr>
          <p:grpSpPr>
            <a:xfrm>
              <a:off x="3333718" y="2030605"/>
              <a:ext cx="1328069" cy="4208435"/>
              <a:chOff x="689500" y="2924525"/>
              <a:chExt cx="1313100" cy="4161000"/>
            </a:xfrm>
          </p:grpSpPr>
          <p:sp>
            <p:nvSpPr>
              <p:cNvPr id="2167" name="Google Shape;2167;p4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4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4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0" name="Google Shape;2170;p4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4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72" name="Google Shape;2172;p40"/>
          <p:cNvGrpSpPr/>
          <p:nvPr/>
        </p:nvGrpSpPr>
        <p:grpSpPr>
          <a:xfrm>
            <a:off x="8612972" y="2806049"/>
            <a:ext cx="1362008" cy="433685"/>
            <a:chOff x="2293625" y="793625"/>
            <a:chExt cx="1052475" cy="335125"/>
          </a:xfrm>
        </p:grpSpPr>
        <p:sp>
          <p:nvSpPr>
            <p:cNvPr id="2173" name="Google Shape;2173;p40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0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5" name="Google Shape;2175;p40"/>
          <p:cNvGrpSpPr/>
          <p:nvPr/>
        </p:nvGrpSpPr>
        <p:grpSpPr>
          <a:xfrm flipH="1">
            <a:off x="8612982" y="704666"/>
            <a:ext cx="373419" cy="350637"/>
            <a:chOff x="3708550" y="3474950"/>
            <a:chExt cx="256100" cy="240475"/>
          </a:xfrm>
        </p:grpSpPr>
        <p:sp>
          <p:nvSpPr>
            <p:cNvPr id="2176" name="Google Shape;2176;p4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8" name="Google Shape;2178;p40"/>
          <p:cNvSpPr txBox="1"/>
          <p:nvPr>
            <p:ph idx="1" type="subTitle"/>
          </p:nvPr>
        </p:nvSpPr>
        <p:spPr>
          <a:xfrm>
            <a:off x="4558910" y="1788747"/>
            <a:ext cx="3849600" cy="10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79" name="Google Shape;2179;p40"/>
          <p:cNvSpPr txBox="1"/>
          <p:nvPr>
            <p:ph type="title"/>
          </p:nvPr>
        </p:nvSpPr>
        <p:spPr>
          <a:xfrm>
            <a:off x="4558910" y="554950"/>
            <a:ext cx="3849600" cy="109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0" name="Google Shape;2180;p40"/>
          <p:cNvSpPr txBox="1"/>
          <p:nvPr/>
        </p:nvSpPr>
        <p:spPr>
          <a:xfrm>
            <a:off x="4558900" y="3523250"/>
            <a:ext cx="38496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2" name="Google Shape;2182;p41"/>
          <p:cNvGrpSpPr/>
          <p:nvPr/>
        </p:nvGrpSpPr>
        <p:grpSpPr>
          <a:xfrm>
            <a:off x="-788017" y="1434751"/>
            <a:ext cx="2403704" cy="522741"/>
            <a:chOff x="4007175" y="1128725"/>
            <a:chExt cx="2166475" cy="471150"/>
          </a:xfrm>
        </p:grpSpPr>
        <p:sp>
          <p:nvSpPr>
            <p:cNvPr id="2183" name="Google Shape;2183;p4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4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5" name="Google Shape;2185;p41"/>
          <p:cNvGrpSpPr/>
          <p:nvPr/>
        </p:nvGrpSpPr>
        <p:grpSpPr>
          <a:xfrm>
            <a:off x="1383248" y="188862"/>
            <a:ext cx="373419" cy="350637"/>
            <a:chOff x="3708550" y="3474950"/>
            <a:chExt cx="256100" cy="240475"/>
          </a:xfrm>
        </p:grpSpPr>
        <p:sp>
          <p:nvSpPr>
            <p:cNvPr id="2186" name="Google Shape;2186;p4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4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8" name="Google Shape;2188;p41"/>
          <p:cNvGrpSpPr/>
          <p:nvPr/>
        </p:nvGrpSpPr>
        <p:grpSpPr>
          <a:xfrm flipH="1" rot="900019">
            <a:off x="7949970" y="814221"/>
            <a:ext cx="524402" cy="431815"/>
            <a:chOff x="7315125" y="1121525"/>
            <a:chExt cx="1112525" cy="916100"/>
          </a:xfrm>
        </p:grpSpPr>
        <p:sp>
          <p:nvSpPr>
            <p:cNvPr id="2189" name="Google Shape;2189;p4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1" name="Google Shape;2191;p41"/>
          <p:cNvGrpSpPr/>
          <p:nvPr/>
        </p:nvGrpSpPr>
        <p:grpSpPr>
          <a:xfrm flipH="1">
            <a:off x="4572004" y="3737786"/>
            <a:ext cx="4135748" cy="2200311"/>
            <a:chOff x="427600" y="1407698"/>
            <a:chExt cx="7990240" cy="4251808"/>
          </a:xfrm>
        </p:grpSpPr>
        <p:grpSp>
          <p:nvGrpSpPr>
            <p:cNvPr id="2192" name="Google Shape;2192;p4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193" name="Google Shape;2193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8" name="Google Shape;2198;p4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199" name="Google Shape;2199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2" name="Google Shape;2202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4" name="Google Shape;2204;p4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205" name="Google Shape;2205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0" name="Google Shape;2210;p4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211" name="Google Shape;2211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6" name="Google Shape;2216;p4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217" name="Google Shape;2217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0" name="Google Shape;2220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2" name="Google Shape;2222;p4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223" name="Google Shape;2223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8" name="Google Shape;2228;p4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229" name="Google Shape;2229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34" name="Google Shape;2234;p41"/>
          <p:cNvGrpSpPr/>
          <p:nvPr/>
        </p:nvGrpSpPr>
        <p:grpSpPr>
          <a:xfrm flipH="1">
            <a:off x="436254" y="3737786"/>
            <a:ext cx="4135748" cy="2200311"/>
            <a:chOff x="427600" y="1407698"/>
            <a:chExt cx="7990240" cy="4251808"/>
          </a:xfrm>
        </p:grpSpPr>
        <p:grpSp>
          <p:nvGrpSpPr>
            <p:cNvPr id="2235" name="Google Shape;2235;p4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236" name="Google Shape;2236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1" name="Google Shape;2241;p4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242" name="Google Shape;2242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6" name="Google Shape;2246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7" name="Google Shape;2247;p4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248" name="Google Shape;2248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0" name="Google Shape;2250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1" name="Google Shape;2251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2" name="Google Shape;2252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3" name="Google Shape;2253;p4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254" name="Google Shape;2254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5" name="Google Shape;2255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6" name="Google Shape;2256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7" name="Google Shape;2257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8" name="Google Shape;2258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9" name="Google Shape;2259;p4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260" name="Google Shape;2260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1" name="Google Shape;2261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2" name="Google Shape;2262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3" name="Google Shape;2263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4" name="Google Shape;2264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5" name="Google Shape;2265;p4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266" name="Google Shape;2266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7" name="Google Shape;2267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8" name="Google Shape;2268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9" name="Google Shape;2269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0" name="Google Shape;2270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71" name="Google Shape;2271;p4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272" name="Google Shape;2272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8" name="Google Shape;2278;p42"/>
          <p:cNvGrpSpPr/>
          <p:nvPr/>
        </p:nvGrpSpPr>
        <p:grpSpPr>
          <a:xfrm flipH="1">
            <a:off x="7163612" y="2764510"/>
            <a:ext cx="2141486" cy="2637114"/>
            <a:chOff x="7326200" y="3196774"/>
            <a:chExt cx="1997283" cy="2459535"/>
          </a:xfrm>
        </p:grpSpPr>
        <p:grpSp>
          <p:nvGrpSpPr>
            <p:cNvPr id="2279" name="Google Shape;2279;p4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280" name="Google Shape;2280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1" name="Google Shape;2281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2" name="Google Shape;2282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3" name="Google Shape;2283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4" name="Google Shape;2284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5" name="Google Shape;2285;p4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286" name="Google Shape;2286;p4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7" name="Google Shape;2287;p4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8" name="Google Shape;2288;p4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9" name="Google Shape;2289;p4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0" name="Google Shape;2290;p4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1" name="Google Shape;2291;p4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292" name="Google Shape;2292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3" name="Google Shape;2293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4" name="Google Shape;2294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5" name="Google Shape;2295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6" name="Google Shape;2296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97" name="Google Shape;2297;p42"/>
          <p:cNvGrpSpPr/>
          <p:nvPr/>
        </p:nvGrpSpPr>
        <p:grpSpPr>
          <a:xfrm flipH="1">
            <a:off x="-117713" y="2896560"/>
            <a:ext cx="2141486" cy="2637114"/>
            <a:chOff x="7326200" y="3196774"/>
            <a:chExt cx="1997283" cy="2459535"/>
          </a:xfrm>
        </p:grpSpPr>
        <p:grpSp>
          <p:nvGrpSpPr>
            <p:cNvPr id="2298" name="Google Shape;2298;p4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299" name="Google Shape;2299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0" name="Google Shape;2300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1" name="Google Shape;2301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2" name="Google Shape;2302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3" name="Google Shape;2303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4" name="Google Shape;2304;p4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305" name="Google Shape;2305;p4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6" name="Google Shape;2306;p4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4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8" name="Google Shape;2308;p4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9" name="Google Shape;2309;p4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10" name="Google Shape;2310;p4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311" name="Google Shape;2311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2" name="Google Shape;2312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16" name="Google Shape;2316;p42"/>
          <p:cNvGrpSpPr/>
          <p:nvPr/>
        </p:nvGrpSpPr>
        <p:grpSpPr>
          <a:xfrm rot="-900165">
            <a:off x="844353" y="526792"/>
            <a:ext cx="615846" cy="522680"/>
            <a:chOff x="6064225" y="1470325"/>
            <a:chExt cx="1112500" cy="944200"/>
          </a:xfrm>
        </p:grpSpPr>
        <p:sp>
          <p:nvSpPr>
            <p:cNvPr id="2317" name="Google Shape;2317;p42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42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9" name="Google Shape;2319;p42"/>
          <p:cNvGrpSpPr/>
          <p:nvPr/>
        </p:nvGrpSpPr>
        <p:grpSpPr>
          <a:xfrm flipH="1">
            <a:off x="7821370" y="871347"/>
            <a:ext cx="1529562" cy="487037"/>
            <a:chOff x="2293625" y="793625"/>
            <a:chExt cx="1052475" cy="335125"/>
          </a:xfrm>
        </p:grpSpPr>
        <p:sp>
          <p:nvSpPr>
            <p:cNvPr id="2320" name="Google Shape;2320;p42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42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2" name="Google Shape;2322;p42"/>
          <p:cNvGrpSpPr/>
          <p:nvPr/>
        </p:nvGrpSpPr>
        <p:grpSpPr>
          <a:xfrm>
            <a:off x="7654523" y="188862"/>
            <a:ext cx="373419" cy="350637"/>
            <a:chOff x="3708550" y="3474950"/>
            <a:chExt cx="256100" cy="240475"/>
          </a:xfrm>
        </p:grpSpPr>
        <p:sp>
          <p:nvSpPr>
            <p:cNvPr id="2323" name="Google Shape;2323;p4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4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9" name="Google Shape;2329;p44"/>
          <p:cNvGrpSpPr/>
          <p:nvPr/>
        </p:nvGrpSpPr>
        <p:grpSpPr>
          <a:xfrm>
            <a:off x="4854346" y="1195013"/>
            <a:ext cx="4202621" cy="5458706"/>
            <a:chOff x="4854346" y="1195013"/>
            <a:chExt cx="4202621" cy="5458706"/>
          </a:xfrm>
        </p:grpSpPr>
        <p:grpSp>
          <p:nvGrpSpPr>
            <p:cNvPr id="2330" name="Google Shape;2330;p44"/>
            <p:cNvGrpSpPr/>
            <p:nvPr/>
          </p:nvGrpSpPr>
          <p:grpSpPr>
            <a:xfrm>
              <a:off x="4854346" y="2100776"/>
              <a:ext cx="1509962" cy="4552943"/>
              <a:chOff x="4749600" y="2924725"/>
              <a:chExt cx="1313125" cy="3959425"/>
            </a:xfrm>
          </p:grpSpPr>
          <p:sp>
            <p:nvSpPr>
              <p:cNvPr id="2331" name="Google Shape;2331;p4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4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4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4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5" name="Google Shape;2335;p4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6" name="Google Shape;2336;p44"/>
            <p:cNvGrpSpPr/>
            <p:nvPr/>
          </p:nvGrpSpPr>
          <p:grpSpPr>
            <a:xfrm>
              <a:off x="7547033" y="1195013"/>
              <a:ext cx="1509934" cy="4224416"/>
              <a:chOff x="5789900" y="1448250"/>
              <a:chExt cx="1313100" cy="3673725"/>
            </a:xfrm>
          </p:grpSpPr>
          <p:sp>
            <p:nvSpPr>
              <p:cNvPr id="2337" name="Google Shape;2337;p4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4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4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0" name="Google Shape;2340;p4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1" name="Google Shape;2341;p4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2" name="Google Shape;2342;p44"/>
            <p:cNvGrpSpPr/>
            <p:nvPr/>
          </p:nvGrpSpPr>
          <p:grpSpPr>
            <a:xfrm>
              <a:off x="6245246" y="1649451"/>
              <a:ext cx="1509962" cy="4552943"/>
              <a:chOff x="4749600" y="2924725"/>
              <a:chExt cx="1313125" cy="3959425"/>
            </a:xfrm>
          </p:grpSpPr>
          <p:sp>
            <p:nvSpPr>
              <p:cNvPr id="2343" name="Google Shape;2343;p4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4" name="Google Shape;2344;p4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5" name="Google Shape;2345;p4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4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7" name="Google Shape;2347;p4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48" name="Google Shape;2348;p44"/>
          <p:cNvGrpSpPr/>
          <p:nvPr/>
        </p:nvGrpSpPr>
        <p:grpSpPr>
          <a:xfrm>
            <a:off x="2967358" y="370901"/>
            <a:ext cx="2403704" cy="522741"/>
            <a:chOff x="4007175" y="1128725"/>
            <a:chExt cx="2166475" cy="471150"/>
          </a:xfrm>
        </p:grpSpPr>
        <p:sp>
          <p:nvSpPr>
            <p:cNvPr id="2349" name="Google Shape;2349;p4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4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1" name="Google Shape;2351;p44"/>
          <p:cNvGrpSpPr/>
          <p:nvPr/>
        </p:nvGrpSpPr>
        <p:grpSpPr>
          <a:xfrm>
            <a:off x="5439807" y="127691"/>
            <a:ext cx="373419" cy="350637"/>
            <a:chOff x="3708550" y="3474950"/>
            <a:chExt cx="256100" cy="240475"/>
          </a:xfrm>
        </p:grpSpPr>
        <p:sp>
          <p:nvSpPr>
            <p:cNvPr id="2352" name="Google Shape;2352;p4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4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4" name="Google Shape;2354;p44"/>
          <p:cNvGrpSpPr/>
          <p:nvPr/>
        </p:nvGrpSpPr>
        <p:grpSpPr>
          <a:xfrm>
            <a:off x="774567" y="3920787"/>
            <a:ext cx="3555360" cy="1969672"/>
            <a:chOff x="774567" y="3920787"/>
            <a:chExt cx="3555360" cy="1969672"/>
          </a:xfrm>
        </p:grpSpPr>
        <p:grpSp>
          <p:nvGrpSpPr>
            <p:cNvPr id="2355" name="Google Shape;2355;p44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2356" name="Google Shape;2356;p4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4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4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4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4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1" name="Google Shape;2361;p44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2362" name="Google Shape;2362;p4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4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4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4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4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7" name="Google Shape;2367;p44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2368" name="Google Shape;2368;p4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9" name="Google Shape;2369;p4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0" name="Google Shape;2370;p4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1" name="Google Shape;2371;p4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2" name="Google Shape;2372;p4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73" name="Google Shape;2373;p44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2374" name="Google Shape;2374;p4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5" name="Google Shape;2375;p4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6" name="Google Shape;2376;p4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7" name="Google Shape;2377;p4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8" name="Google Shape;2378;p4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79" name="Google Shape;2379;p44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2380" name="Google Shape;2380;p4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1" name="Google Shape;2381;p4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2" name="Google Shape;2382;p4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4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4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5" name="Google Shape;2385;p44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2386" name="Google Shape;2386;p4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4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4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4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4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1" name="Google Shape;2391;p44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2392" name="Google Shape;2392;p4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3" name="Google Shape;2393;p4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4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4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4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97" name="Google Shape;2397;p44"/>
          <p:cNvSpPr txBox="1"/>
          <p:nvPr>
            <p:ph type="ctrTitle"/>
          </p:nvPr>
        </p:nvSpPr>
        <p:spPr>
          <a:xfrm>
            <a:off x="739463" y="1364627"/>
            <a:ext cx="3848100" cy="1939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8" name="Google Shape;2398;p44"/>
          <p:cNvSpPr txBox="1"/>
          <p:nvPr>
            <p:ph idx="1" type="subTitle"/>
          </p:nvPr>
        </p:nvSpPr>
        <p:spPr>
          <a:xfrm>
            <a:off x="739475" y="3418527"/>
            <a:ext cx="3848100" cy="435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0" name="Google Shape;2400;p45"/>
          <p:cNvGrpSpPr/>
          <p:nvPr/>
        </p:nvGrpSpPr>
        <p:grpSpPr>
          <a:xfrm>
            <a:off x="-221945" y="1651909"/>
            <a:ext cx="1529562" cy="487037"/>
            <a:chOff x="2293625" y="793625"/>
            <a:chExt cx="1052475" cy="335125"/>
          </a:xfrm>
        </p:grpSpPr>
        <p:sp>
          <p:nvSpPr>
            <p:cNvPr id="2401" name="Google Shape;2401;p4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4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3" name="Google Shape;2403;p45"/>
          <p:cNvGrpSpPr/>
          <p:nvPr/>
        </p:nvGrpSpPr>
        <p:grpSpPr>
          <a:xfrm>
            <a:off x="8122457" y="520691"/>
            <a:ext cx="373419" cy="350637"/>
            <a:chOff x="3708550" y="3474950"/>
            <a:chExt cx="256100" cy="240475"/>
          </a:xfrm>
        </p:grpSpPr>
        <p:sp>
          <p:nvSpPr>
            <p:cNvPr id="2404" name="Google Shape;2404;p45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5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6" name="Google Shape;2406;p45"/>
          <p:cNvSpPr txBox="1"/>
          <p:nvPr>
            <p:ph type="title"/>
          </p:nvPr>
        </p:nvSpPr>
        <p:spPr>
          <a:xfrm>
            <a:off x="713364" y="2364575"/>
            <a:ext cx="3858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407" name="Google Shape;2407;p45"/>
          <p:cNvSpPr txBox="1"/>
          <p:nvPr>
            <p:ph hasCustomPrompt="1" idx="2" type="title"/>
          </p:nvPr>
        </p:nvSpPr>
        <p:spPr>
          <a:xfrm>
            <a:off x="2759400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408" name="Google Shape;2408;p45"/>
          <p:cNvSpPr txBox="1"/>
          <p:nvPr>
            <p:ph idx="1" type="subTitle"/>
          </p:nvPr>
        </p:nvSpPr>
        <p:spPr>
          <a:xfrm>
            <a:off x="713225" y="3949800"/>
            <a:ext cx="3858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0" name="Google Shape;2410;p46"/>
          <p:cNvGrpSpPr/>
          <p:nvPr/>
        </p:nvGrpSpPr>
        <p:grpSpPr>
          <a:xfrm flipH="1">
            <a:off x="1003167" y="3920787"/>
            <a:ext cx="3555360" cy="1969672"/>
            <a:chOff x="774567" y="3920787"/>
            <a:chExt cx="3555360" cy="1969672"/>
          </a:xfrm>
        </p:grpSpPr>
        <p:grpSp>
          <p:nvGrpSpPr>
            <p:cNvPr id="2411" name="Google Shape;2411;p46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2412" name="Google Shape;2412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3" name="Google Shape;2413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7" name="Google Shape;2417;p46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2418" name="Google Shape;2418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3" name="Google Shape;2423;p46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2424" name="Google Shape;2424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9" name="Google Shape;2429;p46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2430" name="Google Shape;2430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4" name="Google Shape;2434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5" name="Google Shape;2435;p46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2436" name="Google Shape;2436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7" name="Google Shape;2437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8" name="Google Shape;2438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9" name="Google Shape;2439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0" name="Google Shape;2440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1" name="Google Shape;2441;p46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2442" name="Google Shape;2442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3" name="Google Shape;2443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4" name="Google Shape;2444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5" name="Google Shape;2445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6" name="Google Shape;2446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7" name="Google Shape;2447;p46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2448" name="Google Shape;2448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9" name="Google Shape;2449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0" name="Google Shape;2450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1" name="Google Shape;2451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2" name="Google Shape;2452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53" name="Google Shape;2453;p46"/>
          <p:cNvGrpSpPr/>
          <p:nvPr/>
        </p:nvGrpSpPr>
        <p:grpSpPr>
          <a:xfrm flipH="1">
            <a:off x="4558517" y="3920787"/>
            <a:ext cx="3555360" cy="1969672"/>
            <a:chOff x="774567" y="3920787"/>
            <a:chExt cx="3555360" cy="1969672"/>
          </a:xfrm>
        </p:grpSpPr>
        <p:grpSp>
          <p:nvGrpSpPr>
            <p:cNvPr id="2454" name="Google Shape;2454;p46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2455" name="Google Shape;2455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6" name="Google Shape;2456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7" name="Google Shape;2457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8" name="Google Shape;2458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9" name="Google Shape;2459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0" name="Google Shape;2460;p46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2461" name="Google Shape;2461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2" name="Google Shape;2462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3" name="Google Shape;2463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4" name="Google Shape;2464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5" name="Google Shape;2465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6" name="Google Shape;2466;p46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2467" name="Google Shape;2467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8" name="Google Shape;2468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9" name="Google Shape;2469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2" name="Google Shape;2472;p46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2473" name="Google Shape;2473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4" name="Google Shape;2474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6" name="Google Shape;2476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7" name="Google Shape;2477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8" name="Google Shape;2478;p46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2479" name="Google Shape;2479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1" name="Google Shape;2481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2" name="Google Shape;2482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3" name="Google Shape;2483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84" name="Google Shape;2484;p46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2485" name="Google Shape;2485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6" name="Google Shape;2486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7" name="Google Shape;2487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8" name="Google Shape;2488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9" name="Google Shape;2489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0" name="Google Shape;2490;p46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2491" name="Google Shape;2491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2" name="Google Shape;2492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3" name="Google Shape;2493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4" name="Google Shape;2494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5" name="Google Shape;2495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96" name="Google Shape;2496;p46"/>
          <p:cNvGrpSpPr/>
          <p:nvPr/>
        </p:nvGrpSpPr>
        <p:grpSpPr>
          <a:xfrm>
            <a:off x="713233" y="278126"/>
            <a:ext cx="2403704" cy="522741"/>
            <a:chOff x="4007175" y="1128725"/>
            <a:chExt cx="2166475" cy="471150"/>
          </a:xfrm>
        </p:grpSpPr>
        <p:sp>
          <p:nvSpPr>
            <p:cNvPr id="2497" name="Google Shape;2497;p46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46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9" name="Google Shape;2499;p46"/>
          <p:cNvGrpSpPr/>
          <p:nvPr/>
        </p:nvGrpSpPr>
        <p:grpSpPr>
          <a:xfrm>
            <a:off x="7128732" y="188866"/>
            <a:ext cx="373419" cy="350637"/>
            <a:chOff x="3708550" y="3474950"/>
            <a:chExt cx="256100" cy="240475"/>
          </a:xfrm>
        </p:grpSpPr>
        <p:sp>
          <p:nvSpPr>
            <p:cNvPr id="2500" name="Google Shape;2500;p4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4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2" name="Google Shape;2502;p46"/>
          <p:cNvSpPr txBox="1"/>
          <p:nvPr>
            <p:ph type="title"/>
          </p:nvPr>
        </p:nvSpPr>
        <p:spPr>
          <a:xfrm>
            <a:off x="713225" y="1222150"/>
            <a:ext cx="36261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03" name="Google Shape;2503;p46"/>
          <p:cNvSpPr txBox="1"/>
          <p:nvPr>
            <p:ph idx="1" type="body"/>
          </p:nvPr>
        </p:nvSpPr>
        <p:spPr>
          <a:xfrm>
            <a:off x="713225" y="1982300"/>
            <a:ext cx="3626100" cy="20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●"/>
              <a:defRPr sz="14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2504" name="Google Shape;2504;p46"/>
          <p:cNvSpPr/>
          <p:nvPr>
            <p:ph idx="2" type="pic"/>
          </p:nvPr>
        </p:nvSpPr>
        <p:spPr>
          <a:xfrm>
            <a:off x="4545178" y="964050"/>
            <a:ext cx="3885600" cy="321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05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6" name="Google Shape;2506;p47"/>
          <p:cNvGrpSpPr/>
          <p:nvPr/>
        </p:nvGrpSpPr>
        <p:grpSpPr>
          <a:xfrm flipH="1" rot="900065">
            <a:off x="62255" y="877154"/>
            <a:ext cx="695443" cy="572745"/>
            <a:chOff x="7315125" y="1121525"/>
            <a:chExt cx="1112525" cy="916100"/>
          </a:xfrm>
        </p:grpSpPr>
        <p:sp>
          <p:nvSpPr>
            <p:cNvPr id="2507" name="Google Shape;2507;p47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47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9" name="Google Shape;2509;p47"/>
          <p:cNvGrpSpPr/>
          <p:nvPr/>
        </p:nvGrpSpPr>
        <p:grpSpPr>
          <a:xfrm flipH="1" rot="-900165">
            <a:off x="8487922" y="367098"/>
            <a:ext cx="615846" cy="522680"/>
            <a:chOff x="6064225" y="1470325"/>
            <a:chExt cx="1112500" cy="944200"/>
          </a:xfrm>
        </p:grpSpPr>
        <p:sp>
          <p:nvSpPr>
            <p:cNvPr id="2510" name="Google Shape;2510;p47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47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2" name="Google Shape;2512;p47"/>
          <p:cNvGrpSpPr/>
          <p:nvPr/>
        </p:nvGrpSpPr>
        <p:grpSpPr>
          <a:xfrm flipH="1">
            <a:off x="8384481" y="1264121"/>
            <a:ext cx="1177778" cy="435980"/>
            <a:chOff x="1119600" y="2506400"/>
            <a:chExt cx="763700" cy="282700"/>
          </a:xfrm>
        </p:grpSpPr>
        <p:sp>
          <p:nvSpPr>
            <p:cNvPr id="2513" name="Google Shape;2513;p47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47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5" name="Google Shape;2515;p47"/>
          <p:cNvSpPr txBox="1"/>
          <p:nvPr>
            <p:ph idx="1" type="subTitle"/>
          </p:nvPr>
        </p:nvSpPr>
        <p:spPr>
          <a:xfrm>
            <a:off x="1151175" y="1843250"/>
            <a:ext cx="3420900" cy="21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16" name="Google Shape;2516;p47"/>
          <p:cNvSpPr txBox="1"/>
          <p:nvPr>
            <p:ph idx="2" type="subTitle"/>
          </p:nvPr>
        </p:nvSpPr>
        <p:spPr>
          <a:xfrm>
            <a:off x="4571950" y="1843250"/>
            <a:ext cx="3420900" cy="21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17" name="Google Shape;2517;p4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9" name="Google Shape;2519;p48"/>
          <p:cNvGrpSpPr/>
          <p:nvPr/>
        </p:nvGrpSpPr>
        <p:grpSpPr>
          <a:xfrm>
            <a:off x="-1228097" y="2993110"/>
            <a:ext cx="2141486" cy="2637114"/>
            <a:chOff x="7326200" y="3196774"/>
            <a:chExt cx="1997283" cy="2459535"/>
          </a:xfrm>
        </p:grpSpPr>
        <p:grpSp>
          <p:nvGrpSpPr>
            <p:cNvPr id="2520" name="Google Shape;2520;p48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521" name="Google Shape;2521;p4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4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4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4" name="Google Shape;2524;p4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5" name="Google Shape;2525;p4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26" name="Google Shape;2526;p48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527" name="Google Shape;2527;p4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8" name="Google Shape;2528;p4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9" name="Google Shape;2529;p4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0" name="Google Shape;2530;p4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1" name="Google Shape;2531;p4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2" name="Google Shape;2532;p48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533" name="Google Shape;2533;p4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4" name="Google Shape;2534;p4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5" name="Google Shape;2535;p4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6" name="Google Shape;2536;p4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7" name="Google Shape;2537;p4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38" name="Google Shape;2538;p48"/>
          <p:cNvGrpSpPr/>
          <p:nvPr/>
        </p:nvGrpSpPr>
        <p:grpSpPr>
          <a:xfrm>
            <a:off x="7751728" y="3074885"/>
            <a:ext cx="2141486" cy="2637114"/>
            <a:chOff x="7326200" y="3196774"/>
            <a:chExt cx="1997283" cy="2459535"/>
          </a:xfrm>
        </p:grpSpPr>
        <p:grpSp>
          <p:nvGrpSpPr>
            <p:cNvPr id="2539" name="Google Shape;2539;p48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540" name="Google Shape;2540;p4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1" name="Google Shape;2541;p4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2" name="Google Shape;2542;p4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4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4" name="Google Shape;2544;p4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5" name="Google Shape;2545;p48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546" name="Google Shape;2546;p4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7" name="Google Shape;2547;p4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8" name="Google Shape;2548;p4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4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4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51" name="Google Shape;2551;p48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552" name="Google Shape;2552;p4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3" name="Google Shape;2553;p4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4" name="Google Shape;2554;p4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5" name="Google Shape;2555;p4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4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57" name="Google Shape;2557;p48"/>
          <p:cNvGrpSpPr/>
          <p:nvPr/>
        </p:nvGrpSpPr>
        <p:grpSpPr>
          <a:xfrm>
            <a:off x="7964518" y="-325823"/>
            <a:ext cx="1465607" cy="1243984"/>
            <a:chOff x="6064225" y="1470325"/>
            <a:chExt cx="1112500" cy="944200"/>
          </a:xfrm>
        </p:grpSpPr>
        <p:sp>
          <p:nvSpPr>
            <p:cNvPr id="2558" name="Google Shape;2558;p48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48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0" name="Google Shape;2560;p48"/>
          <p:cNvGrpSpPr/>
          <p:nvPr/>
        </p:nvGrpSpPr>
        <p:grpSpPr>
          <a:xfrm>
            <a:off x="8264475" y="1811675"/>
            <a:ext cx="1052475" cy="335125"/>
            <a:chOff x="2293625" y="793625"/>
            <a:chExt cx="1052475" cy="335125"/>
          </a:xfrm>
        </p:grpSpPr>
        <p:sp>
          <p:nvSpPr>
            <p:cNvPr id="2561" name="Google Shape;2561;p48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48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3" name="Google Shape;2563;p48"/>
          <p:cNvGrpSpPr/>
          <p:nvPr/>
        </p:nvGrpSpPr>
        <p:grpSpPr>
          <a:xfrm flipH="1">
            <a:off x="6939182" y="188866"/>
            <a:ext cx="373419" cy="350637"/>
            <a:chOff x="3708550" y="3474950"/>
            <a:chExt cx="256100" cy="240475"/>
          </a:xfrm>
        </p:grpSpPr>
        <p:sp>
          <p:nvSpPr>
            <p:cNvPr id="2564" name="Google Shape;2564;p4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4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6" name="Google Shape;2566;p48"/>
          <p:cNvGrpSpPr/>
          <p:nvPr/>
        </p:nvGrpSpPr>
        <p:grpSpPr>
          <a:xfrm flipH="1">
            <a:off x="192957" y="636466"/>
            <a:ext cx="373419" cy="350637"/>
            <a:chOff x="3708550" y="3474950"/>
            <a:chExt cx="256100" cy="240475"/>
          </a:xfrm>
        </p:grpSpPr>
        <p:sp>
          <p:nvSpPr>
            <p:cNvPr id="2567" name="Google Shape;2567;p4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4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9" name="Google Shape;2569;p4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1" name="Google Shape;2571;p49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2572" name="Google Shape;2572;p49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573" name="Google Shape;2573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4" name="Google Shape;2574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5" name="Google Shape;2575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6" name="Google Shape;2576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7" name="Google Shape;2577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78" name="Google Shape;2578;p49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579" name="Google Shape;2579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0" name="Google Shape;2580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1" name="Google Shape;2581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2" name="Google Shape;2582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3" name="Google Shape;2583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4" name="Google Shape;2584;p49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585" name="Google Shape;2585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6" name="Google Shape;2586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7" name="Google Shape;2587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8" name="Google Shape;2588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9" name="Google Shape;2589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0" name="Google Shape;2590;p49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591" name="Google Shape;2591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5" name="Google Shape;2595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6" name="Google Shape;2596;p49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597" name="Google Shape;2597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1" name="Google Shape;2601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2" name="Google Shape;2602;p49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603" name="Google Shape;2603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4" name="Google Shape;2604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5" name="Google Shape;2605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6" name="Google Shape;2606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7" name="Google Shape;2607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8" name="Google Shape;2608;p49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609" name="Google Shape;2609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0" name="Google Shape;2610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1" name="Google Shape;2611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2" name="Google Shape;2612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3" name="Google Shape;2613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14" name="Google Shape;2614;p49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2615" name="Google Shape;2615;p49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616" name="Google Shape;2616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7" name="Google Shape;2617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8" name="Google Shape;2618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9" name="Google Shape;2619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0" name="Google Shape;2620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21" name="Google Shape;2621;p49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622" name="Google Shape;2622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3" name="Google Shape;2623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4" name="Google Shape;2624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5" name="Google Shape;2625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6" name="Google Shape;2626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27" name="Google Shape;2627;p49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628" name="Google Shape;2628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9" name="Google Shape;2629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0" name="Google Shape;2630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1" name="Google Shape;2631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2" name="Google Shape;2632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3" name="Google Shape;2633;p49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634" name="Google Shape;2634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5" name="Google Shape;2635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6" name="Google Shape;2636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7" name="Google Shape;2637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8" name="Google Shape;2638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9" name="Google Shape;2639;p49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640" name="Google Shape;2640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1" name="Google Shape;2641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2" name="Google Shape;2642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3" name="Google Shape;2643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4" name="Google Shape;2644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5" name="Google Shape;2645;p49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646" name="Google Shape;2646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7" name="Google Shape;2647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8" name="Google Shape;2648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9" name="Google Shape;2649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0" name="Google Shape;2650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51" name="Google Shape;2651;p49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652" name="Google Shape;2652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3" name="Google Shape;2653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4" name="Google Shape;2654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5" name="Google Shape;2655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6" name="Google Shape;2656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57" name="Google Shape;2657;p49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2658" name="Google Shape;2658;p49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659" name="Google Shape;2659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0" name="Google Shape;2660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1" name="Google Shape;2661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2" name="Google Shape;2662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3" name="Google Shape;2663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64" name="Google Shape;2664;p49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665" name="Google Shape;2665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6" name="Google Shape;2666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7" name="Google Shape;2667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8" name="Google Shape;2668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9" name="Google Shape;2669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0" name="Google Shape;2670;p49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671" name="Google Shape;2671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2" name="Google Shape;2672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3" name="Google Shape;2673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4" name="Google Shape;2674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5" name="Google Shape;2675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6" name="Google Shape;2676;p49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677" name="Google Shape;2677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8" name="Google Shape;2678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9" name="Google Shape;2679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0" name="Google Shape;2680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1" name="Google Shape;2681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2" name="Google Shape;2682;p49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683" name="Google Shape;2683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7" name="Google Shape;2687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8" name="Google Shape;2688;p49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689" name="Google Shape;2689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0" name="Google Shape;2690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1" name="Google Shape;2691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2" name="Google Shape;2692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3" name="Google Shape;2693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94" name="Google Shape;2694;p49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695" name="Google Shape;2695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6" name="Google Shape;2696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7" name="Google Shape;2697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8" name="Google Shape;2698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9" name="Google Shape;2699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00" name="Google Shape;2700;p49"/>
          <p:cNvGrpSpPr/>
          <p:nvPr/>
        </p:nvGrpSpPr>
        <p:grpSpPr>
          <a:xfrm>
            <a:off x="5515367" y="52459"/>
            <a:ext cx="1529562" cy="487037"/>
            <a:chOff x="2293625" y="793625"/>
            <a:chExt cx="1052475" cy="335125"/>
          </a:xfrm>
        </p:grpSpPr>
        <p:sp>
          <p:nvSpPr>
            <p:cNvPr id="2701" name="Google Shape;2701;p4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4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3" name="Google Shape;2703;p49"/>
          <p:cNvGrpSpPr/>
          <p:nvPr/>
        </p:nvGrpSpPr>
        <p:grpSpPr>
          <a:xfrm flipH="1">
            <a:off x="8394192" y="273003"/>
            <a:ext cx="373419" cy="350637"/>
            <a:chOff x="3708550" y="3474950"/>
            <a:chExt cx="256100" cy="240475"/>
          </a:xfrm>
        </p:grpSpPr>
        <p:sp>
          <p:nvSpPr>
            <p:cNvPr id="2704" name="Google Shape;2704;p49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49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6" name="Google Shape;2706;p49"/>
          <p:cNvSpPr txBox="1"/>
          <p:nvPr>
            <p:ph idx="1" type="subTitle"/>
          </p:nvPr>
        </p:nvSpPr>
        <p:spPr>
          <a:xfrm>
            <a:off x="4601513" y="2983400"/>
            <a:ext cx="3713400" cy="9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707" name="Google Shape;2707;p49"/>
          <p:cNvSpPr txBox="1"/>
          <p:nvPr>
            <p:ph type="title"/>
          </p:nvPr>
        </p:nvSpPr>
        <p:spPr>
          <a:xfrm>
            <a:off x="4601513" y="1183600"/>
            <a:ext cx="3713400" cy="18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2708" name="Google Shape;2708;p49"/>
          <p:cNvSpPr/>
          <p:nvPr>
            <p:ph idx="2" type="pic"/>
          </p:nvPr>
        </p:nvSpPr>
        <p:spPr>
          <a:xfrm>
            <a:off x="829088" y="964050"/>
            <a:ext cx="3215400" cy="321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0" name="Google Shape;2710;p50"/>
          <p:cNvGrpSpPr/>
          <p:nvPr/>
        </p:nvGrpSpPr>
        <p:grpSpPr>
          <a:xfrm flipH="1" rot="900019">
            <a:off x="8396201" y="151621"/>
            <a:ext cx="524402" cy="431815"/>
            <a:chOff x="7315125" y="1121525"/>
            <a:chExt cx="1112525" cy="916100"/>
          </a:xfrm>
        </p:grpSpPr>
        <p:sp>
          <p:nvSpPr>
            <p:cNvPr id="2711" name="Google Shape;2711;p50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50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3" name="Google Shape;2713;p50"/>
          <p:cNvGrpSpPr/>
          <p:nvPr/>
        </p:nvGrpSpPr>
        <p:grpSpPr>
          <a:xfrm>
            <a:off x="3551508" y="106163"/>
            <a:ext cx="2403704" cy="522741"/>
            <a:chOff x="4007175" y="1128725"/>
            <a:chExt cx="2166475" cy="471150"/>
          </a:xfrm>
        </p:grpSpPr>
        <p:sp>
          <p:nvSpPr>
            <p:cNvPr id="2714" name="Google Shape;2714;p50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50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6" name="Google Shape;2716;p50"/>
          <p:cNvSpPr txBox="1"/>
          <p:nvPr>
            <p:ph type="title"/>
          </p:nvPr>
        </p:nvSpPr>
        <p:spPr>
          <a:xfrm>
            <a:off x="3016975" y="1205250"/>
            <a:ext cx="5413800" cy="27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8" name="Google Shape;2718;p51"/>
          <p:cNvGrpSpPr/>
          <p:nvPr/>
        </p:nvGrpSpPr>
        <p:grpSpPr>
          <a:xfrm>
            <a:off x="2799645" y="3920787"/>
            <a:ext cx="3555360" cy="1969672"/>
            <a:chOff x="774567" y="3920787"/>
            <a:chExt cx="3555360" cy="1969672"/>
          </a:xfrm>
        </p:grpSpPr>
        <p:grpSp>
          <p:nvGrpSpPr>
            <p:cNvPr id="2719" name="Google Shape;2719;p51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2720" name="Google Shape;2720;p51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51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51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51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51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25" name="Google Shape;2725;p51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2726" name="Google Shape;2726;p51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7" name="Google Shape;2727;p51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51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51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51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31" name="Google Shape;2731;p51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2732" name="Google Shape;2732;p51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51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51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51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51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37" name="Google Shape;2737;p51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2738" name="Google Shape;2738;p51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9" name="Google Shape;2739;p51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0" name="Google Shape;2740;p51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1" name="Google Shape;2741;p51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2" name="Google Shape;2742;p51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43" name="Google Shape;2743;p51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2744" name="Google Shape;2744;p51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5" name="Google Shape;2745;p51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6" name="Google Shape;2746;p51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7" name="Google Shape;2747;p51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8" name="Google Shape;2748;p51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49" name="Google Shape;2749;p51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2750" name="Google Shape;2750;p51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1" name="Google Shape;2751;p51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2" name="Google Shape;2752;p51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3" name="Google Shape;2753;p51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4" name="Google Shape;2754;p51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5" name="Google Shape;2755;p51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2756" name="Google Shape;2756;p51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7" name="Google Shape;2757;p51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8" name="Google Shape;2758;p51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9" name="Google Shape;2759;p51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0" name="Google Shape;2760;p51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61" name="Google Shape;2761;p51"/>
          <p:cNvSpPr txBox="1"/>
          <p:nvPr>
            <p:ph type="title"/>
          </p:nvPr>
        </p:nvSpPr>
        <p:spPr>
          <a:xfrm>
            <a:off x="2209950" y="1348675"/>
            <a:ext cx="47241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62" name="Google Shape;2762;p51"/>
          <p:cNvSpPr txBox="1"/>
          <p:nvPr>
            <p:ph idx="1" type="subTitle"/>
          </p:nvPr>
        </p:nvSpPr>
        <p:spPr>
          <a:xfrm>
            <a:off x="2209950" y="2261825"/>
            <a:ext cx="47241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52"/>
          <p:cNvSpPr txBox="1"/>
          <p:nvPr>
            <p:ph type="title"/>
          </p:nvPr>
        </p:nvSpPr>
        <p:spPr>
          <a:xfrm>
            <a:off x="713225" y="3967925"/>
            <a:ext cx="7717500" cy="631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65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6" name="Google Shape;2766;p53"/>
          <p:cNvGrpSpPr/>
          <p:nvPr/>
        </p:nvGrpSpPr>
        <p:grpSpPr>
          <a:xfrm rot="-900105">
            <a:off x="190674" y="182757"/>
            <a:ext cx="840665" cy="713489"/>
            <a:chOff x="6064225" y="1470325"/>
            <a:chExt cx="1112500" cy="944200"/>
          </a:xfrm>
        </p:grpSpPr>
        <p:sp>
          <p:nvSpPr>
            <p:cNvPr id="2767" name="Google Shape;2767;p53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53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9" name="Google Shape;2769;p53"/>
          <p:cNvGrpSpPr/>
          <p:nvPr/>
        </p:nvGrpSpPr>
        <p:grpSpPr>
          <a:xfrm rot="900019">
            <a:off x="8427592" y="752309"/>
            <a:ext cx="524402" cy="431815"/>
            <a:chOff x="7315125" y="1121525"/>
            <a:chExt cx="1112525" cy="916100"/>
          </a:xfrm>
        </p:grpSpPr>
        <p:sp>
          <p:nvSpPr>
            <p:cNvPr id="2770" name="Google Shape;2770;p53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53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2" name="Google Shape;2772;p53"/>
          <p:cNvGrpSpPr/>
          <p:nvPr/>
        </p:nvGrpSpPr>
        <p:grpSpPr>
          <a:xfrm flipH="1">
            <a:off x="3410381" y="65113"/>
            <a:ext cx="2403704" cy="522741"/>
            <a:chOff x="4007175" y="1128725"/>
            <a:chExt cx="2166475" cy="471150"/>
          </a:xfrm>
        </p:grpSpPr>
        <p:sp>
          <p:nvSpPr>
            <p:cNvPr id="2773" name="Google Shape;2773;p53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53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5" name="Google Shape;2775;p53"/>
          <p:cNvGrpSpPr/>
          <p:nvPr/>
        </p:nvGrpSpPr>
        <p:grpSpPr>
          <a:xfrm flipH="1">
            <a:off x="149867" y="1528666"/>
            <a:ext cx="373419" cy="350637"/>
            <a:chOff x="3708550" y="3474950"/>
            <a:chExt cx="256100" cy="240475"/>
          </a:xfrm>
        </p:grpSpPr>
        <p:sp>
          <p:nvSpPr>
            <p:cNvPr id="2776" name="Google Shape;2776;p5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5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8" name="Google Shape;2778;p53"/>
          <p:cNvSpPr txBox="1"/>
          <p:nvPr>
            <p:ph hasCustomPrompt="1" type="title"/>
          </p:nvPr>
        </p:nvSpPr>
        <p:spPr>
          <a:xfrm flipH="1">
            <a:off x="1512675" y="1468675"/>
            <a:ext cx="6118500" cy="149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79" name="Google Shape;2779;p53"/>
          <p:cNvSpPr txBox="1"/>
          <p:nvPr>
            <p:ph idx="1" type="body"/>
          </p:nvPr>
        </p:nvSpPr>
        <p:spPr>
          <a:xfrm>
            <a:off x="1512750" y="3223625"/>
            <a:ext cx="61185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780" name="Shape 27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6_1"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2" name="Google Shape;2782;p55"/>
          <p:cNvGrpSpPr/>
          <p:nvPr/>
        </p:nvGrpSpPr>
        <p:grpSpPr>
          <a:xfrm>
            <a:off x="-297806" y="4212909"/>
            <a:ext cx="5057023" cy="2690544"/>
            <a:chOff x="427600" y="1407698"/>
            <a:chExt cx="7990240" cy="4251808"/>
          </a:xfrm>
        </p:grpSpPr>
        <p:grpSp>
          <p:nvGrpSpPr>
            <p:cNvPr id="2783" name="Google Shape;2783;p5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784" name="Google Shape;2784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5" name="Google Shape;2785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6" name="Google Shape;2786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7" name="Google Shape;2787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8" name="Google Shape;2788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9" name="Google Shape;2789;p5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790" name="Google Shape;2790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1" name="Google Shape;2791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2" name="Google Shape;2792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3" name="Google Shape;2793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4" name="Google Shape;2794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95" name="Google Shape;2795;p5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796" name="Google Shape;2796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7" name="Google Shape;2797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8" name="Google Shape;2798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9" name="Google Shape;2799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0" name="Google Shape;2800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1" name="Google Shape;2801;p5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802" name="Google Shape;2802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3" name="Google Shape;2803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4" name="Google Shape;2804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5" name="Google Shape;2805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6" name="Google Shape;2806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7" name="Google Shape;2807;p5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808" name="Google Shape;2808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9" name="Google Shape;2809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0" name="Google Shape;2810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1" name="Google Shape;2811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2" name="Google Shape;2812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3" name="Google Shape;2813;p5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814" name="Google Shape;2814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5" name="Google Shape;2815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6" name="Google Shape;2816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7" name="Google Shape;2817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8" name="Google Shape;2818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9" name="Google Shape;2819;p5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820" name="Google Shape;2820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1" name="Google Shape;2821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2" name="Google Shape;2822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3" name="Google Shape;2823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4" name="Google Shape;2824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25" name="Google Shape;2825;p55"/>
          <p:cNvGrpSpPr/>
          <p:nvPr/>
        </p:nvGrpSpPr>
        <p:grpSpPr>
          <a:xfrm>
            <a:off x="4671694" y="4392734"/>
            <a:ext cx="5057023" cy="2690544"/>
            <a:chOff x="427600" y="1407698"/>
            <a:chExt cx="7990240" cy="4251808"/>
          </a:xfrm>
        </p:grpSpPr>
        <p:grpSp>
          <p:nvGrpSpPr>
            <p:cNvPr id="2826" name="Google Shape;2826;p5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827" name="Google Shape;2827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8" name="Google Shape;2828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9" name="Google Shape;2829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0" name="Google Shape;2830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1" name="Google Shape;2831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32" name="Google Shape;2832;p5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833" name="Google Shape;2833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4" name="Google Shape;2834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5" name="Google Shape;2835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6" name="Google Shape;2836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7" name="Google Shape;2837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38" name="Google Shape;2838;p5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839" name="Google Shape;2839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0" name="Google Shape;2840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1" name="Google Shape;2841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2" name="Google Shape;2842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3" name="Google Shape;2843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44" name="Google Shape;2844;p5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845" name="Google Shape;2845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7" name="Google Shape;2847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8" name="Google Shape;2848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0" name="Google Shape;2850;p5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851" name="Google Shape;2851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2" name="Google Shape;2852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3" name="Google Shape;2853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4" name="Google Shape;2854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5" name="Google Shape;2855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6" name="Google Shape;2856;p5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857" name="Google Shape;2857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8" name="Google Shape;2858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9" name="Google Shape;2859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0" name="Google Shape;2860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1" name="Google Shape;2861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62" name="Google Shape;2862;p5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863" name="Google Shape;2863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4" name="Google Shape;2864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5" name="Google Shape;2865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6" name="Google Shape;2866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7" name="Google Shape;2867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68" name="Google Shape;2868;p55"/>
          <p:cNvGrpSpPr/>
          <p:nvPr/>
        </p:nvGrpSpPr>
        <p:grpSpPr>
          <a:xfrm flipH="1">
            <a:off x="8560232" y="1896391"/>
            <a:ext cx="373419" cy="350637"/>
            <a:chOff x="3708550" y="3474950"/>
            <a:chExt cx="256100" cy="240475"/>
          </a:xfrm>
        </p:grpSpPr>
        <p:sp>
          <p:nvSpPr>
            <p:cNvPr id="2869" name="Google Shape;2869;p55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55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1" name="Google Shape;2871;p55"/>
          <p:cNvSpPr txBox="1"/>
          <p:nvPr>
            <p:ph hasCustomPrompt="1" type="title"/>
          </p:nvPr>
        </p:nvSpPr>
        <p:spPr>
          <a:xfrm flipH="1">
            <a:off x="724226" y="1698657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872" name="Google Shape;2872;p55"/>
          <p:cNvSpPr txBox="1"/>
          <p:nvPr>
            <p:ph idx="1" type="subTitle"/>
          </p:nvPr>
        </p:nvSpPr>
        <p:spPr>
          <a:xfrm flipH="1">
            <a:off x="1677700" y="1613875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2873" name="Google Shape;2873;p55"/>
          <p:cNvSpPr txBox="1"/>
          <p:nvPr>
            <p:ph idx="2" type="subTitle"/>
          </p:nvPr>
        </p:nvSpPr>
        <p:spPr>
          <a:xfrm flipH="1">
            <a:off x="1677699" y="2247018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874" name="Google Shape;2874;p55"/>
          <p:cNvSpPr txBox="1"/>
          <p:nvPr>
            <p:ph hasCustomPrompt="1" idx="3" type="title"/>
          </p:nvPr>
        </p:nvSpPr>
        <p:spPr>
          <a:xfrm flipH="1">
            <a:off x="724204" y="3301732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875" name="Google Shape;2875;p55"/>
          <p:cNvSpPr txBox="1"/>
          <p:nvPr>
            <p:ph idx="4" type="subTitle"/>
          </p:nvPr>
        </p:nvSpPr>
        <p:spPr>
          <a:xfrm flipH="1">
            <a:off x="1677672" y="3216820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2876" name="Google Shape;2876;p55"/>
          <p:cNvSpPr txBox="1"/>
          <p:nvPr>
            <p:ph idx="5" type="subTitle"/>
          </p:nvPr>
        </p:nvSpPr>
        <p:spPr>
          <a:xfrm flipH="1">
            <a:off x="1677676" y="3832375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877" name="Google Shape;2877;p55"/>
          <p:cNvSpPr txBox="1"/>
          <p:nvPr>
            <p:ph hasCustomPrompt="1" idx="6" type="title"/>
          </p:nvPr>
        </p:nvSpPr>
        <p:spPr>
          <a:xfrm>
            <a:off x="4572556" y="1698657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878" name="Google Shape;2878;p55"/>
          <p:cNvSpPr txBox="1"/>
          <p:nvPr>
            <p:ph idx="7" type="subTitle"/>
          </p:nvPr>
        </p:nvSpPr>
        <p:spPr>
          <a:xfrm>
            <a:off x="5536378" y="1613875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2879" name="Google Shape;2879;p55"/>
          <p:cNvSpPr txBox="1"/>
          <p:nvPr>
            <p:ph idx="8" type="subTitle"/>
          </p:nvPr>
        </p:nvSpPr>
        <p:spPr>
          <a:xfrm>
            <a:off x="5536375" y="2247029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880" name="Google Shape;2880;p55"/>
          <p:cNvSpPr txBox="1"/>
          <p:nvPr>
            <p:ph hasCustomPrompt="1" idx="9" type="title"/>
          </p:nvPr>
        </p:nvSpPr>
        <p:spPr>
          <a:xfrm>
            <a:off x="4572528" y="3301732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881" name="Google Shape;2881;p55"/>
          <p:cNvSpPr txBox="1"/>
          <p:nvPr>
            <p:ph idx="13" type="subTitle"/>
          </p:nvPr>
        </p:nvSpPr>
        <p:spPr>
          <a:xfrm>
            <a:off x="5536350" y="3216819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2882" name="Google Shape;2882;p55"/>
          <p:cNvSpPr txBox="1"/>
          <p:nvPr>
            <p:ph idx="14" type="subTitle"/>
          </p:nvPr>
        </p:nvSpPr>
        <p:spPr>
          <a:xfrm>
            <a:off x="5536352" y="3832375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883" name="Google Shape;2883;p55"/>
          <p:cNvSpPr txBox="1"/>
          <p:nvPr>
            <p:ph idx="15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884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5" name="Google Shape;2885;p56"/>
          <p:cNvGrpSpPr/>
          <p:nvPr/>
        </p:nvGrpSpPr>
        <p:grpSpPr>
          <a:xfrm>
            <a:off x="7545108" y="1432401"/>
            <a:ext cx="2403704" cy="522741"/>
            <a:chOff x="4007175" y="1128725"/>
            <a:chExt cx="2166475" cy="471150"/>
          </a:xfrm>
        </p:grpSpPr>
        <p:sp>
          <p:nvSpPr>
            <p:cNvPr id="2886" name="Google Shape;2886;p56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56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8" name="Google Shape;2888;p56"/>
          <p:cNvGrpSpPr/>
          <p:nvPr/>
        </p:nvGrpSpPr>
        <p:grpSpPr>
          <a:xfrm>
            <a:off x="8606073" y="4105012"/>
            <a:ext cx="373419" cy="350637"/>
            <a:chOff x="3708550" y="3474950"/>
            <a:chExt cx="256100" cy="240475"/>
          </a:xfrm>
        </p:grpSpPr>
        <p:sp>
          <p:nvSpPr>
            <p:cNvPr id="2889" name="Google Shape;2889;p5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5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1" name="Google Shape;2891;p56"/>
          <p:cNvSpPr txBox="1"/>
          <p:nvPr>
            <p:ph type="title"/>
          </p:nvPr>
        </p:nvSpPr>
        <p:spPr>
          <a:xfrm>
            <a:off x="4572000" y="2364575"/>
            <a:ext cx="3858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892" name="Google Shape;2892;p56"/>
          <p:cNvSpPr txBox="1"/>
          <p:nvPr>
            <p:ph hasCustomPrompt="1" idx="2" type="title"/>
          </p:nvPr>
        </p:nvSpPr>
        <p:spPr>
          <a:xfrm>
            <a:off x="4572000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893" name="Google Shape;2893;p56"/>
          <p:cNvSpPr txBox="1"/>
          <p:nvPr>
            <p:ph idx="1" type="subTitle"/>
          </p:nvPr>
        </p:nvSpPr>
        <p:spPr>
          <a:xfrm>
            <a:off x="4572000" y="3949800"/>
            <a:ext cx="3858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2894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5" name="Google Shape;2895;p57"/>
          <p:cNvGrpSpPr/>
          <p:nvPr/>
        </p:nvGrpSpPr>
        <p:grpSpPr>
          <a:xfrm>
            <a:off x="-51558" y="1004859"/>
            <a:ext cx="1529562" cy="487037"/>
            <a:chOff x="2293625" y="793625"/>
            <a:chExt cx="1052475" cy="335125"/>
          </a:xfrm>
        </p:grpSpPr>
        <p:sp>
          <p:nvSpPr>
            <p:cNvPr id="2896" name="Google Shape;2896;p5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5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8" name="Google Shape;2898;p57"/>
          <p:cNvSpPr txBox="1"/>
          <p:nvPr>
            <p:ph type="title"/>
          </p:nvPr>
        </p:nvSpPr>
        <p:spPr>
          <a:xfrm>
            <a:off x="725450" y="2364575"/>
            <a:ext cx="4797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899" name="Google Shape;2899;p57"/>
          <p:cNvSpPr txBox="1"/>
          <p:nvPr>
            <p:ph hasCustomPrompt="1" idx="2" type="title"/>
          </p:nvPr>
        </p:nvSpPr>
        <p:spPr>
          <a:xfrm>
            <a:off x="2217888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900" name="Google Shape;2900;p57"/>
          <p:cNvSpPr txBox="1"/>
          <p:nvPr>
            <p:ph idx="1" type="subTitle"/>
          </p:nvPr>
        </p:nvSpPr>
        <p:spPr>
          <a:xfrm>
            <a:off x="725450" y="3949800"/>
            <a:ext cx="4797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2901" name="Shape 2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2" name="Google Shape;2902;p58"/>
          <p:cNvGrpSpPr/>
          <p:nvPr/>
        </p:nvGrpSpPr>
        <p:grpSpPr>
          <a:xfrm flipH="1">
            <a:off x="7807257" y="1903861"/>
            <a:ext cx="911705" cy="337487"/>
            <a:chOff x="1119600" y="2506400"/>
            <a:chExt cx="763700" cy="282700"/>
          </a:xfrm>
        </p:grpSpPr>
        <p:sp>
          <p:nvSpPr>
            <p:cNvPr id="2903" name="Google Shape;2903;p58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58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5" name="Google Shape;2905;p58"/>
          <p:cNvGrpSpPr/>
          <p:nvPr/>
        </p:nvGrpSpPr>
        <p:grpSpPr>
          <a:xfrm flipH="1" rot="-900019">
            <a:off x="8000905" y="475996"/>
            <a:ext cx="524402" cy="431815"/>
            <a:chOff x="7315125" y="1121525"/>
            <a:chExt cx="1112525" cy="916100"/>
          </a:xfrm>
        </p:grpSpPr>
        <p:sp>
          <p:nvSpPr>
            <p:cNvPr id="2906" name="Google Shape;2906;p58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58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8" name="Google Shape;2908;p58"/>
          <p:cNvSpPr txBox="1"/>
          <p:nvPr>
            <p:ph type="title"/>
          </p:nvPr>
        </p:nvSpPr>
        <p:spPr>
          <a:xfrm>
            <a:off x="3787900" y="2484075"/>
            <a:ext cx="4566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909" name="Google Shape;2909;p58"/>
          <p:cNvSpPr txBox="1"/>
          <p:nvPr>
            <p:ph hasCustomPrompt="1" idx="2" type="title"/>
          </p:nvPr>
        </p:nvSpPr>
        <p:spPr>
          <a:xfrm>
            <a:off x="5164850" y="667549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910" name="Google Shape;2910;p58"/>
          <p:cNvSpPr txBox="1"/>
          <p:nvPr>
            <p:ph idx="1" type="subTitle"/>
          </p:nvPr>
        </p:nvSpPr>
        <p:spPr>
          <a:xfrm>
            <a:off x="3787900" y="4069300"/>
            <a:ext cx="4566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_1">
    <p:spTree>
      <p:nvGrpSpPr>
        <p:cNvPr id="291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2" name="Google Shape;2912;p59"/>
          <p:cNvGrpSpPr/>
          <p:nvPr/>
        </p:nvGrpSpPr>
        <p:grpSpPr>
          <a:xfrm flipH="1" rot="900105">
            <a:off x="7873603" y="366345"/>
            <a:ext cx="840665" cy="713489"/>
            <a:chOff x="6064225" y="1470325"/>
            <a:chExt cx="1112500" cy="944200"/>
          </a:xfrm>
        </p:grpSpPr>
        <p:sp>
          <p:nvSpPr>
            <p:cNvPr id="2913" name="Google Shape;2913;p59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59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5" name="Google Shape;2915;p59"/>
          <p:cNvGrpSpPr/>
          <p:nvPr/>
        </p:nvGrpSpPr>
        <p:grpSpPr>
          <a:xfrm flipH="1" rot="-900019">
            <a:off x="557798" y="447134"/>
            <a:ext cx="524402" cy="431815"/>
            <a:chOff x="7315125" y="1121525"/>
            <a:chExt cx="1112525" cy="916100"/>
          </a:xfrm>
        </p:grpSpPr>
        <p:sp>
          <p:nvSpPr>
            <p:cNvPr id="2916" name="Google Shape;2916;p59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59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8" name="Google Shape;2918;p59"/>
          <p:cNvGrpSpPr/>
          <p:nvPr/>
        </p:nvGrpSpPr>
        <p:grpSpPr>
          <a:xfrm>
            <a:off x="-1274542" y="1176476"/>
            <a:ext cx="2403704" cy="522741"/>
            <a:chOff x="4007175" y="1128725"/>
            <a:chExt cx="2166475" cy="471150"/>
          </a:xfrm>
        </p:grpSpPr>
        <p:sp>
          <p:nvSpPr>
            <p:cNvPr id="2919" name="Google Shape;2919;p59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59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1" name="Google Shape;2921;p59"/>
          <p:cNvSpPr txBox="1"/>
          <p:nvPr>
            <p:ph type="title"/>
          </p:nvPr>
        </p:nvSpPr>
        <p:spPr>
          <a:xfrm>
            <a:off x="2451150" y="988025"/>
            <a:ext cx="4241700" cy="13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9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2" name="Google Shape;2922;p59"/>
          <p:cNvSpPr txBox="1"/>
          <p:nvPr>
            <p:ph idx="1" type="body"/>
          </p:nvPr>
        </p:nvSpPr>
        <p:spPr>
          <a:xfrm>
            <a:off x="2451050" y="2193125"/>
            <a:ext cx="42417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4" name="Google Shape;2924;p60"/>
          <p:cNvGrpSpPr/>
          <p:nvPr/>
        </p:nvGrpSpPr>
        <p:grpSpPr>
          <a:xfrm>
            <a:off x="3221680" y="539509"/>
            <a:ext cx="1529562" cy="487037"/>
            <a:chOff x="2293625" y="793625"/>
            <a:chExt cx="1052475" cy="335125"/>
          </a:xfrm>
        </p:grpSpPr>
        <p:sp>
          <p:nvSpPr>
            <p:cNvPr id="2925" name="Google Shape;2925;p60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60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7" name="Google Shape;2927;p60"/>
          <p:cNvSpPr/>
          <p:nvPr>
            <p:ph idx="2" type="pic"/>
          </p:nvPr>
        </p:nvSpPr>
        <p:spPr>
          <a:xfrm>
            <a:off x="5570550" y="1372250"/>
            <a:ext cx="1469100" cy="242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28" name="Google Shape;2928;p60"/>
          <p:cNvSpPr txBox="1"/>
          <p:nvPr>
            <p:ph idx="1" type="subTitle"/>
          </p:nvPr>
        </p:nvSpPr>
        <p:spPr>
          <a:xfrm>
            <a:off x="1571850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929" name="Google Shape;2929;p60"/>
          <p:cNvSpPr txBox="1"/>
          <p:nvPr>
            <p:ph type="title"/>
          </p:nvPr>
        </p:nvSpPr>
        <p:spPr>
          <a:xfrm>
            <a:off x="1571825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2930" name="Google Shape;2930;p60"/>
          <p:cNvGrpSpPr/>
          <p:nvPr/>
        </p:nvGrpSpPr>
        <p:grpSpPr>
          <a:xfrm>
            <a:off x="8306482" y="752516"/>
            <a:ext cx="373419" cy="350637"/>
            <a:chOff x="3708550" y="3474950"/>
            <a:chExt cx="256100" cy="240475"/>
          </a:xfrm>
        </p:grpSpPr>
        <p:sp>
          <p:nvSpPr>
            <p:cNvPr id="2931" name="Google Shape;2931;p6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6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2933" name="Shape 2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4" name="Google Shape;2934;p61"/>
          <p:cNvSpPr/>
          <p:nvPr>
            <p:ph idx="2" type="pic"/>
          </p:nvPr>
        </p:nvSpPr>
        <p:spPr>
          <a:xfrm>
            <a:off x="1291850" y="1488325"/>
            <a:ext cx="2798400" cy="217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35" name="Google Shape;2935;p61"/>
          <p:cNvSpPr txBox="1"/>
          <p:nvPr>
            <p:ph idx="1" type="subTitle"/>
          </p:nvPr>
        </p:nvSpPr>
        <p:spPr>
          <a:xfrm>
            <a:off x="4860275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936" name="Google Shape;2936;p61"/>
          <p:cNvSpPr txBox="1"/>
          <p:nvPr>
            <p:ph type="title"/>
          </p:nvPr>
        </p:nvSpPr>
        <p:spPr>
          <a:xfrm>
            <a:off x="4860250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2937" name="Google Shape;2937;p61"/>
          <p:cNvGrpSpPr/>
          <p:nvPr/>
        </p:nvGrpSpPr>
        <p:grpSpPr>
          <a:xfrm flipH="1">
            <a:off x="2463882" y="460991"/>
            <a:ext cx="373419" cy="350637"/>
            <a:chOff x="3708550" y="3474950"/>
            <a:chExt cx="256100" cy="240475"/>
          </a:xfrm>
        </p:grpSpPr>
        <p:sp>
          <p:nvSpPr>
            <p:cNvPr id="2938" name="Google Shape;2938;p6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6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2"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1" name="Google Shape;2941;p62"/>
          <p:cNvGrpSpPr/>
          <p:nvPr/>
        </p:nvGrpSpPr>
        <p:grpSpPr>
          <a:xfrm>
            <a:off x="-404217" y="647176"/>
            <a:ext cx="2403704" cy="522741"/>
            <a:chOff x="4007175" y="1128725"/>
            <a:chExt cx="2166475" cy="471150"/>
          </a:xfrm>
        </p:grpSpPr>
        <p:sp>
          <p:nvSpPr>
            <p:cNvPr id="2942" name="Google Shape;2942;p62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62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44" name="Google Shape;2944;p62"/>
          <p:cNvGrpSpPr/>
          <p:nvPr/>
        </p:nvGrpSpPr>
        <p:grpSpPr>
          <a:xfrm flipH="1">
            <a:off x="4032707" y="647166"/>
            <a:ext cx="373419" cy="350637"/>
            <a:chOff x="3708550" y="3474950"/>
            <a:chExt cx="256100" cy="240475"/>
          </a:xfrm>
        </p:grpSpPr>
        <p:sp>
          <p:nvSpPr>
            <p:cNvPr id="2945" name="Google Shape;2945;p6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6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7" name="Google Shape;2947;p62"/>
          <p:cNvSpPr txBox="1"/>
          <p:nvPr>
            <p:ph idx="1" type="subTitle"/>
          </p:nvPr>
        </p:nvSpPr>
        <p:spPr>
          <a:xfrm>
            <a:off x="977400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948" name="Google Shape;2948;p62"/>
          <p:cNvSpPr txBox="1"/>
          <p:nvPr>
            <p:ph type="title"/>
          </p:nvPr>
        </p:nvSpPr>
        <p:spPr>
          <a:xfrm>
            <a:off x="977375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pic>
        <p:nvPicPr>
          <p:cNvPr id="2949" name="Google Shape;2949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51851" y="1559751"/>
            <a:ext cx="2367749" cy="1330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50" name="Google Shape;2950;p62"/>
          <p:cNvSpPr/>
          <p:nvPr>
            <p:ph idx="2" type="pic"/>
          </p:nvPr>
        </p:nvSpPr>
        <p:spPr>
          <a:xfrm>
            <a:off x="5034094" y="1319620"/>
            <a:ext cx="2971800" cy="169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8"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p63"/>
          <p:cNvSpPr txBox="1"/>
          <p:nvPr>
            <p:ph idx="1" type="body"/>
          </p:nvPr>
        </p:nvSpPr>
        <p:spPr>
          <a:xfrm>
            <a:off x="720025" y="1711800"/>
            <a:ext cx="7717500" cy="8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53" name="Google Shape;2953;p6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grpSp>
        <p:nvGrpSpPr>
          <p:cNvPr id="2954" name="Google Shape;2954;p63"/>
          <p:cNvGrpSpPr/>
          <p:nvPr/>
        </p:nvGrpSpPr>
        <p:grpSpPr>
          <a:xfrm flipH="1" rot="900019">
            <a:off x="8270266" y="724430"/>
            <a:ext cx="524402" cy="431815"/>
            <a:chOff x="7315125" y="1121525"/>
            <a:chExt cx="1112525" cy="916100"/>
          </a:xfrm>
        </p:grpSpPr>
        <p:sp>
          <p:nvSpPr>
            <p:cNvPr id="2955" name="Google Shape;2955;p63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63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7" name="Google Shape;2957;p63"/>
          <p:cNvGrpSpPr/>
          <p:nvPr/>
        </p:nvGrpSpPr>
        <p:grpSpPr>
          <a:xfrm>
            <a:off x="8308008" y="1929176"/>
            <a:ext cx="2403704" cy="522741"/>
            <a:chOff x="4007175" y="1128725"/>
            <a:chExt cx="2166475" cy="471150"/>
          </a:xfrm>
        </p:grpSpPr>
        <p:sp>
          <p:nvSpPr>
            <p:cNvPr id="2958" name="Google Shape;2958;p63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63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8_1_1">
    <p:spTree>
      <p:nvGrpSpPr>
        <p:cNvPr id="2960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1" name="Google Shape;2961;p64"/>
          <p:cNvGrpSpPr/>
          <p:nvPr/>
        </p:nvGrpSpPr>
        <p:grpSpPr>
          <a:xfrm>
            <a:off x="7390138" y="2764339"/>
            <a:ext cx="2862405" cy="3408407"/>
            <a:chOff x="4854346" y="1649451"/>
            <a:chExt cx="4202621" cy="5004268"/>
          </a:xfrm>
        </p:grpSpPr>
        <p:grpSp>
          <p:nvGrpSpPr>
            <p:cNvPr id="2962" name="Google Shape;2962;p64"/>
            <p:cNvGrpSpPr/>
            <p:nvPr/>
          </p:nvGrpSpPr>
          <p:grpSpPr>
            <a:xfrm>
              <a:off x="4854346" y="2100776"/>
              <a:ext cx="1509962" cy="4552943"/>
              <a:chOff x="4749600" y="2924725"/>
              <a:chExt cx="1313125" cy="3959425"/>
            </a:xfrm>
          </p:grpSpPr>
          <p:sp>
            <p:nvSpPr>
              <p:cNvPr id="2963" name="Google Shape;2963;p6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4" name="Google Shape;2964;p6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5" name="Google Shape;2965;p6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6" name="Google Shape;2966;p6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7" name="Google Shape;2967;p6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68" name="Google Shape;2968;p64"/>
            <p:cNvGrpSpPr/>
            <p:nvPr/>
          </p:nvGrpSpPr>
          <p:grpSpPr>
            <a:xfrm>
              <a:off x="7547033" y="1804613"/>
              <a:ext cx="1509934" cy="4224416"/>
              <a:chOff x="5789900" y="1448250"/>
              <a:chExt cx="1313100" cy="3673725"/>
            </a:xfrm>
          </p:grpSpPr>
          <p:sp>
            <p:nvSpPr>
              <p:cNvPr id="2969" name="Google Shape;2969;p6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0" name="Google Shape;2970;p6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1" name="Google Shape;2971;p6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2" name="Google Shape;2972;p6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3" name="Google Shape;2973;p6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74" name="Google Shape;2974;p64"/>
            <p:cNvGrpSpPr/>
            <p:nvPr/>
          </p:nvGrpSpPr>
          <p:grpSpPr>
            <a:xfrm>
              <a:off x="6245246" y="1649451"/>
              <a:ext cx="1509962" cy="4552943"/>
              <a:chOff x="4749600" y="2924725"/>
              <a:chExt cx="1313125" cy="3959425"/>
            </a:xfrm>
          </p:grpSpPr>
          <p:sp>
            <p:nvSpPr>
              <p:cNvPr id="2975" name="Google Shape;2975;p6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6" name="Google Shape;2976;p6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7" name="Google Shape;2977;p6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8" name="Google Shape;2978;p6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6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80" name="Google Shape;2980;p64"/>
          <p:cNvGrpSpPr/>
          <p:nvPr/>
        </p:nvGrpSpPr>
        <p:grpSpPr>
          <a:xfrm flipH="1">
            <a:off x="774567" y="3920787"/>
            <a:ext cx="3555360" cy="1969672"/>
            <a:chOff x="774567" y="3920787"/>
            <a:chExt cx="3555360" cy="1969672"/>
          </a:xfrm>
        </p:grpSpPr>
        <p:grpSp>
          <p:nvGrpSpPr>
            <p:cNvPr id="2981" name="Google Shape;2981;p64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2982" name="Google Shape;2982;p6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3" name="Google Shape;2983;p6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4" name="Google Shape;2984;p6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5" name="Google Shape;2985;p6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6" name="Google Shape;2986;p6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87" name="Google Shape;2987;p64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2988" name="Google Shape;2988;p6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9" name="Google Shape;2989;p6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0" name="Google Shape;2990;p6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1" name="Google Shape;2991;p6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2" name="Google Shape;2992;p6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3" name="Google Shape;2993;p64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2994" name="Google Shape;2994;p6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6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6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6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6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9" name="Google Shape;2999;p64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3000" name="Google Shape;3000;p6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1" name="Google Shape;3001;p6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2" name="Google Shape;3002;p6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3" name="Google Shape;3003;p6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4" name="Google Shape;3004;p6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05" name="Google Shape;3005;p64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3006" name="Google Shape;3006;p6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7" name="Google Shape;3007;p6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8" name="Google Shape;3008;p6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6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0" name="Google Shape;3010;p6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1" name="Google Shape;3011;p64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3012" name="Google Shape;3012;p6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3" name="Google Shape;3013;p6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4" name="Google Shape;3014;p6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5" name="Google Shape;3015;p6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6" name="Google Shape;3016;p6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7" name="Google Shape;3017;p64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3018" name="Google Shape;3018;p6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9" name="Google Shape;3019;p6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0" name="Google Shape;3020;p6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1" name="Google Shape;3021;p6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2" name="Google Shape;3022;p6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23" name="Google Shape;3023;p64"/>
          <p:cNvGrpSpPr/>
          <p:nvPr/>
        </p:nvGrpSpPr>
        <p:grpSpPr>
          <a:xfrm>
            <a:off x="257382" y="370761"/>
            <a:ext cx="911705" cy="337487"/>
            <a:chOff x="1119600" y="2506400"/>
            <a:chExt cx="763700" cy="282700"/>
          </a:xfrm>
        </p:grpSpPr>
        <p:sp>
          <p:nvSpPr>
            <p:cNvPr id="3024" name="Google Shape;3024;p64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64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6" name="Google Shape;3026;p64"/>
          <p:cNvGrpSpPr/>
          <p:nvPr/>
        </p:nvGrpSpPr>
        <p:grpSpPr>
          <a:xfrm flipH="1">
            <a:off x="8430782" y="744866"/>
            <a:ext cx="373419" cy="350637"/>
            <a:chOff x="3708550" y="3474950"/>
            <a:chExt cx="256100" cy="240475"/>
          </a:xfrm>
        </p:grpSpPr>
        <p:sp>
          <p:nvSpPr>
            <p:cNvPr id="3027" name="Google Shape;3027;p6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6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9" name="Google Shape;3029;p64"/>
          <p:cNvGrpSpPr/>
          <p:nvPr/>
        </p:nvGrpSpPr>
        <p:grpSpPr>
          <a:xfrm flipH="1">
            <a:off x="4572007" y="370761"/>
            <a:ext cx="911705" cy="337487"/>
            <a:chOff x="1119600" y="2506400"/>
            <a:chExt cx="763700" cy="282700"/>
          </a:xfrm>
        </p:grpSpPr>
        <p:sp>
          <p:nvSpPr>
            <p:cNvPr id="3030" name="Google Shape;3030;p64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64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32" name="Google Shape;3032;p64"/>
          <p:cNvSpPr txBox="1"/>
          <p:nvPr>
            <p:ph type="title"/>
          </p:nvPr>
        </p:nvSpPr>
        <p:spPr>
          <a:xfrm>
            <a:off x="717477" y="3149150"/>
            <a:ext cx="5313300" cy="51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033" name="Google Shape;3033;p64"/>
          <p:cNvSpPr txBox="1"/>
          <p:nvPr>
            <p:ph idx="1" type="subTitle"/>
          </p:nvPr>
        </p:nvSpPr>
        <p:spPr>
          <a:xfrm>
            <a:off x="717475" y="1482850"/>
            <a:ext cx="5313300" cy="14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034" name="Shape 3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5" name="Google Shape;3035;p65"/>
          <p:cNvGrpSpPr/>
          <p:nvPr/>
        </p:nvGrpSpPr>
        <p:grpSpPr>
          <a:xfrm>
            <a:off x="-210970" y="452284"/>
            <a:ext cx="1529562" cy="487037"/>
            <a:chOff x="2293625" y="793625"/>
            <a:chExt cx="1052475" cy="335125"/>
          </a:xfrm>
        </p:grpSpPr>
        <p:sp>
          <p:nvSpPr>
            <p:cNvPr id="3036" name="Google Shape;3036;p6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6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8" name="Google Shape;3038;p65"/>
          <p:cNvGrpSpPr/>
          <p:nvPr/>
        </p:nvGrpSpPr>
        <p:grpSpPr>
          <a:xfrm flipH="1"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3039" name="Google Shape;3039;p6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040" name="Google Shape;3040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45" name="Google Shape;3045;p6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046" name="Google Shape;3046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8" name="Google Shape;3048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9" name="Google Shape;3049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1" name="Google Shape;3051;p6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052" name="Google Shape;3052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7" name="Google Shape;3057;p6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058" name="Google Shape;3058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9" name="Google Shape;3059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0" name="Google Shape;3060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1" name="Google Shape;3061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2" name="Google Shape;3062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63" name="Google Shape;3063;p6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064" name="Google Shape;3064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5" name="Google Shape;3065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6" name="Google Shape;3066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7" name="Google Shape;3067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8" name="Google Shape;3068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69" name="Google Shape;3069;p6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070" name="Google Shape;3070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1" name="Google Shape;3071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2" name="Google Shape;3072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3" name="Google Shape;3073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4" name="Google Shape;3074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75" name="Google Shape;3075;p6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076" name="Google Shape;3076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7" name="Google Shape;3077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8" name="Google Shape;3078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9" name="Google Shape;3079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81" name="Google Shape;3081;p65"/>
          <p:cNvGrpSpPr/>
          <p:nvPr/>
        </p:nvGrpSpPr>
        <p:grpSpPr>
          <a:xfrm flipH="1"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3082" name="Google Shape;3082;p6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083" name="Google Shape;3083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4" name="Google Shape;3084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5" name="Google Shape;3085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88" name="Google Shape;3088;p6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089" name="Google Shape;3089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0" name="Google Shape;3090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1" name="Google Shape;3091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2" name="Google Shape;3092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3" name="Google Shape;3093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4" name="Google Shape;3094;p6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095" name="Google Shape;3095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6" name="Google Shape;3096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7" name="Google Shape;3097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8" name="Google Shape;3098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9" name="Google Shape;3099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00" name="Google Shape;3100;p6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101" name="Google Shape;3101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2" name="Google Shape;3102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3" name="Google Shape;3103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5" name="Google Shape;3105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06" name="Google Shape;3106;p6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107" name="Google Shape;3107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8" name="Google Shape;3108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9" name="Google Shape;3109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0" name="Google Shape;3110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1" name="Google Shape;3111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12" name="Google Shape;3112;p6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113" name="Google Shape;3113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4" name="Google Shape;3114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5" name="Google Shape;3115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6" name="Google Shape;3116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7" name="Google Shape;3117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18" name="Google Shape;3118;p6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119" name="Google Shape;3119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0" name="Google Shape;3120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1" name="Google Shape;3121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2" name="Google Shape;3122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3" name="Google Shape;3123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24" name="Google Shape;3124;p6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3125" name="Shape 3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6" name="Google Shape;3126;p66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3127" name="Google Shape;3127;p6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128" name="Google Shape;3128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9" name="Google Shape;3129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0" name="Google Shape;3130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1" name="Google Shape;3131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2" name="Google Shape;3132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33" name="Google Shape;3133;p6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134" name="Google Shape;3134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5" name="Google Shape;3135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6" name="Google Shape;3136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7" name="Google Shape;3137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8" name="Google Shape;3138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39" name="Google Shape;3139;p6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140" name="Google Shape;3140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1" name="Google Shape;3141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2" name="Google Shape;3142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3" name="Google Shape;3143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4" name="Google Shape;3144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45" name="Google Shape;3145;p6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146" name="Google Shape;3146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7" name="Google Shape;3147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8" name="Google Shape;3148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9" name="Google Shape;3149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0" name="Google Shape;3150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1" name="Google Shape;3151;p6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152" name="Google Shape;3152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3" name="Google Shape;3153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4" name="Google Shape;3154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5" name="Google Shape;3155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6" name="Google Shape;3156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7" name="Google Shape;3157;p6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158" name="Google Shape;3158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9" name="Google Shape;3159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0" name="Google Shape;3160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1" name="Google Shape;3161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2" name="Google Shape;3162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63" name="Google Shape;3163;p6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164" name="Google Shape;3164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5" name="Google Shape;3165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6" name="Google Shape;3166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7" name="Google Shape;3167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8" name="Google Shape;3168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69" name="Google Shape;3169;p66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3170" name="Google Shape;3170;p6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171" name="Google Shape;3171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2" name="Google Shape;3172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3" name="Google Shape;3173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4" name="Google Shape;3174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5" name="Google Shape;3175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76" name="Google Shape;3176;p6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177" name="Google Shape;3177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8" name="Google Shape;3178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9" name="Google Shape;3179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0" name="Google Shape;3180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1" name="Google Shape;3181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82" name="Google Shape;3182;p6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183" name="Google Shape;3183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4" name="Google Shape;3184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5" name="Google Shape;3185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6" name="Google Shape;3186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7" name="Google Shape;3187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88" name="Google Shape;3188;p6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189" name="Google Shape;3189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0" name="Google Shape;3190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1" name="Google Shape;3191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2" name="Google Shape;3192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3" name="Google Shape;3193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94" name="Google Shape;3194;p6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195" name="Google Shape;3195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6" name="Google Shape;3196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7" name="Google Shape;3197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8" name="Google Shape;3198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9" name="Google Shape;3199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0" name="Google Shape;3200;p6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201" name="Google Shape;3201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2" name="Google Shape;3202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3" name="Google Shape;3203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4" name="Google Shape;3204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5" name="Google Shape;3205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6" name="Google Shape;3206;p6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207" name="Google Shape;3207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8" name="Google Shape;3208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9" name="Google Shape;3209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0" name="Google Shape;3210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1" name="Google Shape;3211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12" name="Google Shape;3212;p66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3213" name="Google Shape;3213;p6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214" name="Google Shape;3214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5" name="Google Shape;3215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19" name="Google Shape;3219;p6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220" name="Google Shape;3220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1" name="Google Shape;3221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2" name="Google Shape;3222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3" name="Google Shape;3223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4" name="Google Shape;3224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25" name="Google Shape;3225;p6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226" name="Google Shape;3226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7" name="Google Shape;3227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8" name="Google Shape;3228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9" name="Google Shape;3229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0" name="Google Shape;3230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1" name="Google Shape;3231;p6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232" name="Google Shape;3232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3" name="Google Shape;3233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4" name="Google Shape;3234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5" name="Google Shape;3235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7" name="Google Shape;3237;p6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238" name="Google Shape;3238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3" name="Google Shape;3243;p6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244" name="Google Shape;3244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5" name="Google Shape;3245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7" name="Google Shape;3247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8" name="Google Shape;3248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9" name="Google Shape;3249;p6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250" name="Google Shape;3250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1" name="Google Shape;3251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2" name="Google Shape;3252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3" name="Google Shape;3253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4" name="Google Shape;3254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55" name="Google Shape;3255;p66"/>
          <p:cNvGrpSpPr/>
          <p:nvPr/>
        </p:nvGrpSpPr>
        <p:grpSpPr>
          <a:xfrm>
            <a:off x="-1690486" y="1670651"/>
            <a:ext cx="2403704" cy="522741"/>
            <a:chOff x="4007175" y="1128725"/>
            <a:chExt cx="2166475" cy="471150"/>
          </a:xfrm>
        </p:grpSpPr>
        <p:sp>
          <p:nvSpPr>
            <p:cNvPr id="3256" name="Google Shape;3256;p66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66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8" name="Google Shape;3258;p66"/>
          <p:cNvGrpSpPr/>
          <p:nvPr/>
        </p:nvGrpSpPr>
        <p:grpSpPr>
          <a:xfrm>
            <a:off x="8509364" y="1670651"/>
            <a:ext cx="2403704" cy="522741"/>
            <a:chOff x="4007175" y="1128725"/>
            <a:chExt cx="2166475" cy="471150"/>
          </a:xfrm>
        </p:grpSpPr>
        <p:sp>
          <p:nvSpPr>
            <p:cNvPr id="3259" name="Google Shape;3259;p66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66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1" name="Google Shape;3261;p6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3262" name="Shape 3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3" name="Google Shape;3263;p67"/>
          <p:cNvGrpSpPr/>
          <p:nvPr/>
        </p:nvGrpSpPr>
        <p:grpSpPr>
          <a:xfrm flipH="1"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3264" name="Google Shape;3264;p6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265" name="Google Shape;3265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6" name="Google Shape;3266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7" name="Google Shape;3267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8" name="Google Shape;3268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9" name="Google Shape;3269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70" name="Google Shape;3270;p6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271" name="Google Shape;3271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2" name="Google Shape;3272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3" name="Google Shape;3273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4" name="Google Shape;3274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5" name="Google Shape;3275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76" name="Google Shape;3276;p6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277" name="Google Shape;3277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8" name="Google Shape;3278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9" name="Google Shape;3279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0" name="Google Shape;3280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1" name="Google Shape;3281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82" name="Google Shape;3282;p6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283" name="Google Shape;3283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4" name="Google Shape;3284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5" name="Google Shape;3285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6" name="Google Shape;3286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7" name="Google Shape;3287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88" name="Google Shape;3288;p6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289" name="Google Shape;3289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0" name="Google Shape;3290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1" name="Google Shape;3291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2" name="Google Shape;3292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3" name="Google Shape;3293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94" name="Google Shape;3294;p6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295" name="Google Shape;3295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6" name="Google Shape;3296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7" name="Google Shape;3297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8" name="Google Shape;3298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9" name="Google Shape;3299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0" name="Google Shape;3300;p6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301" name="Google Shape;3301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2" name="Google Shape;3302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3" name="Google Shape;3303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4" name="Google Shape;3304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5" name="Google Shape;3305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06" name="Google Shape;3306;p67"/>
          <p:cNvGrpSpPr/>
          <p:nvPr/>
        </p:nvGrpSpPr>
        <p:grpSpPr>
          <a:xfrm flipH="1"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3307" name="Google Shape;3307;p6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308" name="Google Shape;3308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9" name="Google Shape;3309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0" name="Google Shape;3310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1" name="Google Shape;3311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2" name="Google Shape;3312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13" name="Google Shape;3313;p6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314" name="Google Shape;3314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5" name="Google Shape;3315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6" name="Google Shape;3316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7" name="Google Shape;3317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8" name="Google Shape;3318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19" name="Google Shape;3319;p6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320" name="Google Shape;3320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1" name="Google Shape;3321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2" name="Google Shape;3322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3" name="Google Shape;3323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4" name="Google Shape;3324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25" name="Google Shape;3325;p6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326" name="Google Shape;3326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7" name="Google Shape;3327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8" name="Google Shape;3328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9" name="Google Shape;3329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0" name="Google Shape;3330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1" name="Google Shape;3331;p6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332" name="Google Shape;3332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3" name="Google Shape;3333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4" name="Google Shape;3334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5" name="Google Shape;3335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6" name="Google Shape;3336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7" name="Google Shape;3337;p6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338" name="Google Shape;3338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9" name="Google Shape;3339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0" name="Google Shape;3340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1" name="Google Shape;3341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2" name="Google Shape;3342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3" name="Google Shape;3343;p6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344" name="Google Shape;3344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5" name="Google Shape;3345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6" name="Google Shape;3346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7" name="Google Shape;3347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8" name="Google Shape;3348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49" name="Google Shape;3349;p67"/>
          <p:cNvGrpSpPr/>
          <p:nvPr/>
        </p:nvGrpSpPr>
        <p:grpSpPr>
          <a:xfrm>
            <a:off x="-254845" y="582334"/>
            <a:ext cx="1529562" cy="487037"/>
            <a:chOff x="2293625" y="793625"/>
            <a:chExt cx="1052475" cy="335125"/>
          </a:xfrm>
        </p:grpSpPr>
        <p:sp>
          <p:nvSpPr>
            <p:cNvPr id="3350" name="Google Shape;3350;p6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6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2" name="Google Shape;3352;p67"/>
          <p:cNvGrpSpPr/>
          <p:nvPr/>
        </p:nvGrpSpPr>
        <p:grpSpPr>
          <a:xfrm>
            <a:off x="8430782" y="2644328"/>
            <a:ext cx="373419" cy="350637"/>
            <a:chOff x="3708550" y="3474950"/>
            <a:chExt cx="256100" cy="240475"/>
          </a:xfrm>
        </p:grpSpPr>
        <p:sp>
          <p:nvSpPr>
            <p:cNvPr id="3353" name="Google Shape;3353;p67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67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5" name="Google Shape;3355;p67"/>
          <p:cNvGrpSpPr/>
          <p:nvPr/>
        </p:nvGrpSpPr>
        <p:grpSpPr>
          <a:xfrm flipH="1" rot="900019">
            <a:off x="8153308" y="780834"/>
            <a:ext cx="524402" cy="431815"/>
            <a:chOff x="7315125" y="1121525"/>
            <a:chExt cx="1112525" cy="916100"/>
          </a:xfrm>
        </p:grpSpPr>
        <p:sp>
          <p:nvSpPr>
            <p:cNvPr id="3356" name="Google Shape;3356;p67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67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8" name="Google Shape;3358;p6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3359" name="Shape 3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0" name="Google Shape;3360;p68"/>
          <p:cNvGrpSpPr/>
          <p:nvPr/>
        </p:nvGrpSpPr>
        <p:grpSpPr>
          <a:xfrm>
            <a:off x="4011108" y="3920787"/>
            <a:ext cx="3555360" cy="1969672"/>
            <a:chOff x="774567" y="3920787"/>
            <a:chExt cx="3555360" cy="1969672"/>
          </a:xfrm>
        </p:grpSpPr>
        <p:grpSp>
          <p:nvGrpSpPr>
            <p:cNvPr id="3361" name="Google Shape;3361;p68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3362" name="Google Shape;3362;p6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3" name="Google Shape;3363;p6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4" name="Google Shape;3364;p6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5" name="Google Shape;3365;p6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6" name="Google Shape;3366;p6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7" name="Google Shape;3367;p68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3368" name="Google Shape;3368;p6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9" name="Google Shape;3369;p6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0" name="Google Shape;3370;p6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1" name="Google Shape;3371;p6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2" name="Google Shape;3372;p6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73" name="Google Shape;3373;p68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3374" name="Google Shape;3374;p6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5" name="Google Shape;3375;p6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6" name="Google Shape;3376;p6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7" name="Google Shape;3377;p6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8" name="Google Shape;3378;p6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79" name="Google Shape;3379;p68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3380" name="Google Shape;3380;p6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1" name="Google Shape;3381;p6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2" name="Google Shape;3382;p6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3" name="Google Shape;3383;p6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4" name="Google Shape;3384;p6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85" name="Google Shape;3385;p68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3386" name="Google Shape;3386;p6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7" name="Google Shape;3387;p6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8" name="Google Shape;3388;p6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9" name="Google Shape;3389;p6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0" name="Google Shape;3390;p6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91" name="Google Shape;3391;p68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3392" name="Google Shape;3392;p6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3" name="Google Shape;3393;p6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4" name="Google Shape;3394;p6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5" name="Google Shape;3395;p6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6" name="Google Shape;3396;p6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97" name="Google Shape;3397;p68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3398" name="Google Shape;3398;p6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9" name="Google Shape;3399;p6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0" name="Google Shape;3400;p6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1" name="Google Shape;3401;p6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2" name="Google Shape;3402;p6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03" name="Google Shape;3403;p68"/>
          <p:cNvGrpSpPr/>
          <p:nvPr/>
        </p:nvGrpSpPr>
        <p:grpSpPr>
          <a:xfrm flipH="1">
            <a:off x="-749930" y="3741209"/>
            <a:ext cx="1529562" cy="487037"/>
            <a:chOff x="2293625" y="793625"/>
            <a:chExt cx="1052475" cy="335125"/>
          </a:xfrm>
        </p:grpSpPr>
        <p:sp>
          <p:nvSpPr>
            <p:cNvPr id="3404" name="Google Shape;3404;p68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68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6" name="Google Shape;3406;p68"/>
          <p:cNvGrpSpPr/>
          <p:nvPr/>
        </p:nvGrpSpPr>
        <p:grpSpPr>
          <a:xfrm>
            <a:off x="8648082" y="2470678"/>
            <a:ext cx="373419" cy="350637"/>
            <a:chOff x="3708550" y="3474950"/>
            <a:chExt cx="256100" cy="240475"/>
          </a:xfrm>
        </p:grpSpPr>
        <p:sp>
          <p:nvSpPr>
            <p:cNvPr id="3407" name="Google Shape;3407;p6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6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09" name="Google Shape;3409;p6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3410" name="Shape 3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1" name="Google Shape;3411;p69"/>
          <p:cNvGrpSpPr/>
          <p:nvPr/>
        </p:nvGrpSpPr>
        <p:grpSpPr>
          <a:xfrm flipH="1">
            <a:off x="7751728" y="2993110"/>
            <a:ext cx="2141486" cy="2637114"/>
            <a:chOff x="7326200" y="3196774"/>
            <a:chExt cx="1997283" cy="2459535"/>
          </a:xfrm>
        </p:grpSpPr>
        <p:grpSp>
          <p:nvGrpSpPr>
            <p:cNvPr id="3412" name="Google Shape;3412;p69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413" name="Google Shape;3413;p6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4" name="Google Shape;3414;p6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5" name="Google Shape;3415;p6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6" name="Google Shape;3416;p6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7" name="Google Shape;3417;p6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18" name="Google Shape;3418;p69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419" name="Google Shape;3419;p6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0" name="Google Shape;3420;p6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1" name="Google Shape;3421;p6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2" name="Google Shape;3422;p6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3" name="Google Shape;3423;p6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24" name="Google Shape;3424;p69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425" name="Google Shape;3425;p6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6" name="Google Shape;3426;p6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7" name="Google Shape;3427;p6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8" name="Google Shape;3428;p6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9" name="Google Shape;3429;p6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30" name="Google Shape;3430;p69"/>
          <p:cNvGrpSpPr/>
          <p:nvPr/>
        </p:nvGrpSpPr>
        <p:grpSpPr>
          <a:xfrm flipH="1">
            <a:off x="-923297" y="3074885"/>
            <a:ext cx="2141486" cy="2637114"/>
            <a:chOff x="7326200" y="3196774"/>
            <a:chExt cx="1997283" cy="2459535"/>
          </a:xfrm>
        </p:grpSpPr>
        <p:grpSp>
          <p:nvGrpSpPr>
            <p:cNvPr id="3431" name="Google Shape;3431;p69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432" name="Google Shape;3432;p6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3" name="Google Shape;3433;p6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4" name="Google Shape;3434;p6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5" name="Google Shape;3435;p6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6" name="Google Shape;3436;p6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37" name="Google Shape;3437;p69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438" name="Google Shape;3438;p6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9" name="Google Shape;3439;p6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0" name="Google Shape;3440;p6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1" name="Google Shape;3441;p6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2" name="Google Shape;3442;p6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3" name="Google Shape;3443;p69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444" name="Google Shape;3444;p6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5" name="Google Shape;3445;p6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6" name="Google Shape;3446;p6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7" name="Google Shape;3447;p6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8" name="Google Shape;3448;p6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49" name="Google Shape;3449;p69"/>
          <p:cNvGrpSpPr/>
          <p:nvPr/>
        </p:nvGrpSpPr>
        <p:grpSpPr>
          <a:xfrm flipH="1">
            <a:off x="8083067" y="1112200"/>
            <a:ext cx="1052475" cy="335125"/>
            <a:chOff x="2293625" y="793625"/>
            <a:chExt cx="1052475" cy="335125"/>
          </a:xfrm>
        </p:grpSpPr>
        <p:sp>
          <p:nvSpPr>
            <p:cNvPr id="3450" name="Google Shape;3450;p6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2" name="Google Shape;3452;p69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3453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4" name="Google Shape;3454;p70"/>
          <p:cNvGrpSpPr/>
          <p:nvPr/>
        </p:nvGrpSpPr>
        <p:grpSpPr>
          <a:xfrm flipH="1">
            <a:off x="7806562" y="2764510"/>
            <a:ext cx="2141486" cy="2637114"/>
            <a:chOff x="7326200" y="3196774"/>
            <a:chExt cx="1997283" cy="2459535"/>
          </a:xfrm>
        </p:grpSpPr>
        <p:grpSp>
          <p:nvGrpSpPr>
            <p:cNvPr id="3455" name="Google Shape;3455;p70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456" name="Google Shape;3456;p7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7" name="Google Shape;3457;p7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8" name="Google Shape;3458;p7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9" name="Google Shape;3459;p7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0" name="Google Shape;3460;p7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61" name="Google Shape;3461;p70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462" name="Google Shape;3462;p7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3" name="Google Shape;3463;p7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4" name="Google Shape;3464;p7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5" name="Google Shape;3465;p7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6" name="Google Shape;3466;p7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67" name="Google Shape;3467;p70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468" name="Google Shape;3468;p7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9" name="Google Shape;3469;p7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0" name="Google Shape;3470;p7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7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2" name="Google Shape;3472;p7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73" name="Google Shape;3473;p70"/>
          <p:cNvGrpSpPr/>
          <p:nvPr/>
        </p:nvGrpSpPr>
        <p:grpSpPr>
          <a:xfrm flipH="1">
            <a:off x="-792263" y="2770085"/>
            <a:ext cx="2141486" cy="2637114"/>
            <a:chOff x="7326200" y="3196774"/>
            <a:chExt cx="1997283" cy="2459535"/>
          </a:xfrm>
        </p:grpSpPr>
        <p:grpSp>
          <p:nvGrpSpPr>
            <p:cNvPr id="3474" name="Google Shape;3474;p70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475" name="Google Shape;3475;p7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6" name="Google Shape;3476;p7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7" name="Google Shape;3477;p7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8" name="Google Shape;3478;p7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9" name="Google Shape;3479;p7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80" name="Google Shape;3480;p70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481" name="Google Shape;3481;p7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2" name="Google Shape;3482;p7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3" name="Google Shape;3483;p7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4" name="Google Shape;3484;p7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5" name="Google Shape;3485;p7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86" name="Google Shape;3486;p70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487" name="Google Shape;3487;p7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8" name="Google Shape;3488;p7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9" name="Google Shape;3489;p7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0" name="Google Shape;3490;p7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1" name="Google Shape;3491;p7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92" name="Google Shape;3492;p70"/>
          <p:cNvGrpSpPr/>
          <p:nvPr/>
        </p:nvGrpSpPr>
        <p:grpSpPr>
          <a:xfrm rot="-900165">
            <a:off x="359503" y="853517"/>
            <a:ext cx="615846" cy="522680"/>
            <a:chOff x="6064225" y="1470325"/>
            <a:chExt cx="1112500" cy="944200"/>
          </a:xfrm>
        </p:grpSpPr>
        <p:sp>
          <p:nvSpPr>
            <p:cNvPr id="3493" name="Google Shape;3493;p70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70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5" name="Google Shape;3495;p70"/>
          <p:cNvGrpSpPr/>
          <p:nvPr/>
        </p:nvGrpSpPr>
        <p:grpSpPr>
          <a:xfrm flipH="1">
            <a:off x="8242970" y="1112209"/>
            <a:ext cx="1529562" cy="487037"/>
            <a:chOff x="2293625" y="793625"/>
            <a:chExt cx="1052475" cy="335125"/>
          </a:xfrm>
        </p:grpSpPr>
        <p:sp>
          <p:nvSpPr>
            <p:cNvPr id="3496" name="Google Shape;3496;p70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70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8" name="Google Shape;3498;p70"/>
          <p:cNvGrpSpPr/>
          <p:nvPr/>
        </p:nvGrpSpPr>
        <p:grpSpPr>
          <a:xfrm>
            <a:off x="4330182" y="4367491"/>
            <a:ext cx="373419" cy="350637"/>
            <a:chOff x="3708550" y="3474950"/>
            <a:chExt cx="256100" cy="240475"/>
          </a:xfrm>
        </p:grpSpPr>
        <p:sp>
          <p:nvSpPr>
            <p:cNvPr id="3499" name="Google Shape;3499;p7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7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1" name="Google Shape;3501;p70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7">
    <p:spTree>
      <p:nvGrpSpPr>
        <p:cNvPr id="3502" name="Shape 3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3" name="Google Shape;3503;p71"/>
          <p:cNvGrpSpPr/>
          <p:nvPr/>
        </p:nvGrpSpPr>
        <p:grpSpPr>
          <a:xfrm flipH="1">
            <a:off x="996388" y="4011836"/>
            <a:ext cx="4135748" cy="2200311"/>
            <a:chOff x="427600" y="1407698"/>
            <a:chExt cx="7990240" cy="4251808"/>
          </a:xfrm>
        </p:grpSpPr>
        <p:grpSp>
          <p:nvGrpSpPr>
            <p:cNvPr id="3504" name="Google Shape;3504;p7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505" name="Google Shape;3505;p7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6" name="Google Shape;3506;p7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7" name="Google Shape;3507;p7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8" name="Google Shape;3508;p7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9" name="Google Shape;3509;p7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10" name="Google Shape;3510;p7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511" name="Google Shape;3511;p7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2" name="Google Shape;3512;p7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3" name="Google Shape;3513;p7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4" name="Google Shape;3514;p7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5" name="Google Shape;3515;p7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16" name="Google Shape;3516;p7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517" name="Google Shape;3517;p7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8" name="Google Shape;3518;p7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9" name="Google Shape;3519;p7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0" name="Google Shape;3520;p7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1" name="Google Shape;3521;p7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22" name="Google Shape;3522;p7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523" name="Google Shape;3523;p7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4" name="Google Shape;3524;p7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5" name="Google Shape;3525;p7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6" name="Google Shape;3526;p7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7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28" name="Google Shape;3528;p7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529" name="Google Shape;3529;p7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0" name="Google Shape;3530;p7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1" name="Google Shape;3531;p7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2" name="Google Shape;3532;p7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3" name="Google Shape;3533;p7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34" name="Google Shape;3534;p7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535" name="Google Shape;3535;p7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6" name="Google Shape;3536;p7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7" name="Google Shape;3537;p7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8" name="Google Shape;3538;p7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9" name="Google Shape;3539;p7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40" name="Google Shape;3540;p7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541" name="Google Shape;3541;p7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2" name="Google Shape;3542;p7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3" name="Google Shape;3543;p7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4" name="Google Shape;3544;p7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5" name="Google Shape;3545;p7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46" name="Google Shape;3546;p71"/>
          <p:cNvGrpSpPr/>
          <p:nvPr/>
        </p:nvGrpSpPr>
        <p:grpSpPr>
          <a:xfrm flipH="1" rot="1800203">
            <a:off x="8279765" y="1457222"/>
            <a:ext cx="605583" cy="513970"/>
            <a:chOff x="6064225" y="1470325"/>
            <a:chExt cx="1112500" cy="944200"/>
          </a:xfrm>
        </p:grpSpPr>
        <p:sp>
          <p:nvSpPr>
            <p:cNvPr id="3547" name="Google Shape;3547;p71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71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9" name="Google Shape;3549;p71"/>
          <p:cNvGrpSpPr/>
          <p:nvPr/>
        </p:nvGrpSpPr>
        <p:grpSpPr>
          <a:xfrm>
            <a:off x="7202705" y="4444259"/>
            <a:ext cx="1529562" cy="487037"/>
            <a:chOff x="2293625" y="793625"/>
            <a:chExt cx="1052475" cy="335125"/>
          </a:xfrm>
        </p:grpSpPr>
        <p:sp>
          <p:nvSpPr>
            <p:cNvPr id="3550" name="Google Shape;3550;p71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71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2" name="Google Shape;3552;p71"/>
          <p:cNvGrpSpPr/>
          <p:nvPr/>
        </p:nvGrpSpPr>
        <p:grpSpPr>
          <a:xfrm>
            <a:off x="205557" y="1340241"/>
            <a:ext cx="373419" cy="350637"/>
            <a:chOff x="3708550" y="3474950"/>
            <a:chExt cx="256100" cy="240475"/>
          </a:xfrm>
        </p:grpSpPr>
        <p:sp>
          <p:nvSpPr>
            <p:cNvPr id="3553" name="Google Shape;3553;p7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7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5" name="Google Shape;3555;p7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8">
    <p:spTree>
      <p:nvGrpSpPr>
        <p:cNvPr id="3556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7" name="Google Shape;3557;p72"/>
          <p:cNvGrpSpPr/>
          <p:nvPr/>
        </p:nvGrpSpPr>
        <p:grpSpPr>
          <a:xfrm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3558" name="Google Shape;3558;p72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559" name="Google Shape;3559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0" name="Google Shape;3560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1" name="Google Shape;3561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2" name="Google Shape;3562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3" name="Google Shape;3563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64" name="Google Shape;3564;p72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565" name="Google Shape;3565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6" name="Google Shape;3566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7" name="Google Shape;3567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8" name="Google Shape;3568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9" name="Google Shape;3569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70" name="Google Shape;3570;p72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571" name="Google Shape;3571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2" name="Google Shape;3572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3" name="Google Shape;3573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4" name="Google Shape;3574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5" name="Google Shape;3575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76" name="Google Shape;3576;p72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577" name="Google Shape;3577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8" name="Google Shape;3578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9" name="Google Shape;3579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0" name="Google Shape;3580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1" name="Google Shape;3581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82" name="Google Shape;3582;p72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583" name="Google Shape;3583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4" name="Google Shape;3584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5" name="Google Shape;3585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6" name="Google Shape;3586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7" name="Google Shape;3587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88" name="Google Shape;3588;p72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589" name="Google Shape;3589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0" name="Google Shape;3590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1" name="Google Shape;3591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2" name="Google Shape;3592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3" name="Google Shape;3593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4" name="Google Shape;3594;p72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595" name="Google Shape;3595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6" name="Google Shape;3596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7" name="Google Shape;3597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8" name="Google Shape;3598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9" name="Google Shape;3599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00" name="Google Shape;3600;p72"/>
          <p:cNvGrpSpPr/>
          <p:nvPr/>
        </p:nvGrpSpPr>
        <p:grpSpPr>
          <a:xfrm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3601" name="Google Shape;3601;p72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602" name="Google Shape;3602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3" name="Google Shape;3603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4" name="Google Shape;3604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5" name="Google Shape;3605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6" name="Google Shape;3606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7" name="Google Shape;3607;p72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608" name="Google Shape;3608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9" name="Google Shape;3609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0" name="Google Shape;3610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1" name="Google Shape;3611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2" name="Google Shape;3612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3" name="Google Shape;3613;p72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614" name="Google Shape;3614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5" name="Google Shape;3615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6" name="Google Shape;3616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7" name="Google Shape;3617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8" name="Google Shape;3618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9" name="Google Shape;3619;p72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620" name="Google Shape;3620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1" name="Google Shape;3621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2" name="Google Shape;3622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3" name="Google Shape;3623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4" name="Google Shape;3624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5" name="Google Shape;3625;p72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626" name="Google Shape;3626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7" name="Google Shape;3627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8" name="Google Shape;3628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9" name="Google Shape;3629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0" name="Google Shape;3630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31" name="Google Shape;3631;p72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632" name="Google Shape;3632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3" name="Google Shape;3633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4" name="Google Shape;3634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5" name="Google Shape;3635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6" name="Google Shape;3636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37" name="Google Shape;3637;p72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638" name="Google Shape;3638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9" name="Google Shape;3639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0" name="Google Shape;3640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1" name="Google Shape;3641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2" name="Google Shape;3642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43" name="Google Shape;3643;p72"/>
          <p:cNvGrpSpPr/>
          <p:nvPr/>
        </p:nvGrpSpPr>
        <p:grpSpPr>
          <a:xfrm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3644" name="Google Shape;3644;p72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645" name="Google Shape;3645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6" name="Google Shape;3646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7" name="Google Shape;3647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8" name="Google Shape;3648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9" name="Google Shape;3649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50" name="Google Shape;3650;p72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651" name="Google Shape;3651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2" name="Google Shape;3652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3" name="Google Shape;3653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4" name="Google Shape;3654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5" name="Google Shape;3655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56" name="Google Shape;3656;p72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657" name="Google Shape;3657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8" name="Google Shape;3658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9" name="Google Shape;3659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0" name="Google Shape;3660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1" name="Google Shape;3661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2" name="Google Shape;3662;p72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663" name="Google Shape;3663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4" name="Google Shape;3664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5" name="Google Shape;3665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6" name="Google Shape;3666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7" name="Google Shape;3667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8" name="Google Shape;3668;p72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669" name="Google Shape;3669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0" name="Google Shape;3670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1" name="Google Shape;3671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2" name="Google Shape;3672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3" name="Google Shape;3673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74" name="Google Shape;3674;p72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675" name="Google Shape;3675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6" name="Google Shape;3676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7" name="Google Shape;3677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8" name="Google Shape;3678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9" name="Google Shape;3679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80" name="Google Shape;3680;p72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681" name="Google Shape;3681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2" name="Google Shape;3682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3" name="Google Shape;3683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4" name="Google Shape;3684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5" name="Google Shape;3685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86" name="Google Shape;3686;p72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grpSp>
        <p:nvGrpSpPr>
          <p:cNvPr id="3687" name="Google Shape;3687;p72"/>
          <p:cNvGrpSpPr/>
          <p:nvPr/>
        </p:nvGrpSpPr>
        <p:grpSpPr>
          <a:xfrm>
            <a:off x="7805880" y="295984"/>
            <a:ext cx="1529562" cy="487037"/>
            <a:chOff x="2293625" y="793625"/>
            <a:chExt cx="1052475" cy="335125"/>
          </a:xfrm>
        </p:grpSpPr>
        <p:sp>
          <p:nvSpPr>
            <p:cNvPr id="3688" name="Google Shape;3688;p72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72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0" name="Google Shape;3690;p72"/>
          <p:cNvGrpSpPr/>
          <p:nvPr/>
        </p:nvGrpSpPr>
        <p:grpSpPr>
          <a:xfrm>
            <a:off x="326057" y="2277903"/>
            <a:ext cx="373419" cy="350637"/>
            <a:chOff x="3708550" y="3474950"/>
            <a:chExt cx="256100" cy="240475"/>
          </a:xfrm>
        </p:grpSpPr>
        <p:sp>
          <p:nvSpPr>
            <p:cNvPr id="3691" name="Google Shape;3691;p7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7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3" name="Google Shape;3693;p72"/>
          <p:cNvGrpSpPr/>
          <p:nvPr/>
        </p:nvGrpSpPr>
        <p:grpSpPr>
          <a:xfrm flipH="1" rot="-900019">
            <a:off x="786358" y="473748"/>
            <a:ext cx="524402" cy="431815"/>
            <a:chOff x="7315125" y="1121525"/>
            <a:chExt cx="1112525" cy="916100"/>
          </a:xfrm>
        </p:grpSpPr>
        <p:sp>
          <p:nvSpPr>
            <p:cNvPr id="3694" name="Google Shape;3694;p72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72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3696" name="Shape 3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7" name="Google Shape;3697;p73"/>
          <p:cNvGrpSpPr/>
          <p:nvPr/>
        </p:nvGrpSpPr>
        <p:grpSpPr>
          <a:xfrm>
            <a:off x="7917983" y="1202876"/>
            <a:ext cx="2403704" cy="522741"/>
            <a:chOff x="4007175" y="1128725"/>
            <a:chExt cx="2166475" cy="471150"/>
          </a:xfrm>
        </p:grpSpPr>
        <p:sp>
          <p:nvSpPr>
            <p:cNvPr id="3698" name="Google Shape;3698;p73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73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0" name="Google Shape;3700;p73"/>
          <p:cNvGrpSpPr/>
          <p:nvPr/>
        </p:nvGrpSpPr>
        <p:grpSpPr>
          <a:xfrm>
            <a:off x="339798" y="485912"/>
            <a:ext cx="373419" cy="350637"/>
            <a:chOff x="3708550" y="3474950"/>
            <a:chExt cx="256100" cy="240475"/>
          </a:xfrm>
        </p:grpSpPr>
        <p:sp>
          <p:nvSpPr>
            <p:cNvPr id="3701" name="Google Shape;3701;p7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7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3" name="Google Shape;3703;p73"/>
          <p:cNvGrpSpPr/>
          <p:nvPr/>
        </p:nvGrpSpPr>
        <p:grpSpPr>
          <a:xfrm flipH="1" rot="900019">
            <a:off x="7665395" y="445321"/>
            <a:ext cx="524402" cy="431815"/>
            <a:chOff x="7315125" y="1121525"/>
            <a:chExt cx="1112525" cy="916100"/>
          </a:xfrm>
        </p:grpSpPr>
        <p:sp>
          <p:nvSpPr>
            <p:cNvPr id="3704" name="Google Shape;3704;p73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73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6" name="Google Shape;3706;p73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3707" name="Google Shape;3707;p7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708" name="Google Shape;3708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9" name="Google Shape;3709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0" name="Google Shape;3710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1" name="Google Shape;3711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2" name="Google Shape;3712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13" name="Google Shape;3713;p7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714" name="Google Shape;3714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5" name="Google Shape;3715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6" name="Google Shape;3716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7" name="Google Shape;3717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8" name="Google Shape;3718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19" name="Google Shape;3719;p7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720" name="Google Shape;3720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1" name="Google Shape;3721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2" name="Google Shape;3722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3" name="Google Shape;3723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4" name="Google Shape;3724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25" name="Google Shape;3725;p7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726" name="Google Shape;3726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7" name="Google Shape;3727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8" name="Google Shape;3728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9" name="Google Shape;3729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0" name="Google Shape;3730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31" name="Google Shape;3731;p7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732" name="Google Shape;3732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3" name="Google Shape;3733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4" name="Google Shape;3734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5" name="Google Shape;3735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6" name="Google Shape;3736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37" name="Google Shape;3737;p7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738" name="Google Shape;3738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9" name="Google Shape;3739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0" name="Google Shape;3740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1" name="Google Shape;3741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2" name="Google Shape;3742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43" name="Google Shape;3743;p7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744" name="Google Shape;3744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5" name="Google Shape;3745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6" name="Google Shape;3746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7" name="Google Shape;3747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8" name="Google Shape;3748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49" name="Google Shape;3749;p73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3750" name="Google Shape;3750;p7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751" name="Google Shape;3751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2" name="Google Shape;3752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3" name="Google Shape;3753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4" name="Google Shape;3754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5" name="Google Shape;3755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56" name="Google Shape;3756;p7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757" name="Google Shape;3757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8" name="Google Shape;3758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9" name="Google Shape;3759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0" name="Google Shape;3760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1" name="Google Shape;3761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62" name="Google Shape;3762;p7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763" name="Google Shape;3763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4" name="Google Shape;3764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5" name="Google Shape;3765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6" name="Google Shape;3766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7" name="Google Shape;3767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68" name="Google Shape;3768;p7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769" name="Google Shape;3769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0" name="Google Shape;3770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1" name="Google Shape;3771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2" name="Google Shape;3772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3" name="Google Shape;3773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74" name="Google Shape;3774;p7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775" name="Google Shape;3775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6" name="Google Shape;3776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7" name="Google Shape;3777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8" name="Google Shape;3778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9" name="Google Shape;3779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80" name="Google Shape;3780;p7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781" name="Google Shape;3781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2" name="Google Shape;3782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3" name="Google Shape;3783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4" name="Google Shape;3784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5" name="Google Shape;3785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86" name="Google Shape;3786;p7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787" name="Google Shape;3787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8" name="Google Shape;3788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9" name="Google Shape;3789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0" name="Google Shape;3790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1" name="Google Shape;3791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92" name="Google Shape;3792;p73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3793" name="Google Shape;3793;p7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794" name="Google Shape;3794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5" name="Google Shape;3795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6" name="Google Shape;3796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7" name="Google Shape;3797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8" name="Google Shape;3798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9" name="Google Shape;3799;p7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800" name="Google Shape;3800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1" name="Google Shape;3801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2" name="Google Shape;3802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3" name="Google Shape;3803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4" name="Google Shape;3804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05" name="Google Shape;3805;p7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806" name="Google Shape;3806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7" name="Google Shape;3807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8" name="Google Shape;3808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9" name="Google Shape;3809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0" name="Google Shape;3810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11" name="Google Shape;3811;p7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812" name="Google Shape;3812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3" name="Google Shape;3813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4" name="Google Shape;3814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5" name="Google Shape;3815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6" name="Google Shape;3816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17" name="Google Shape;3817;p7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818" name="Google Shape;3818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9" name="Google Shape;3819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0" name="Google Shape;3820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1" name="Google Shape;3821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2" name="Google Shape;3822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3" name="Google Shape;3823;p7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824" name="Google Shape;3824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5" name="Google Shape;3825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6" name="Google Shape;3826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7" name="Google Shape;3827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8" name="Google Shape;3828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9" name="Google Shape;3829;p7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830" name="Google Shape;3830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1" name="Google Shape;3831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2" name="Google Shape;3832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3" name="Google Shape;3833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4" name="Google Shape;3834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35" name="Google Shape;3835;p7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3836" name="Google Shape;3836;p73"/>
          <p:cNvSpPr txBox="1"/>
          <p:nvPr>
            <p:ph idx="1" type="body"/>
          </p:nvPr>
        </p:nvSpPr>
        <p:spPr>
          <a:xfrm>
            <a:off x="720025" y="1711800"/>
            <a:ext cx="3767400" cy="28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37" name="Google Shape;3837;p73"/>
          <p:cNvSpPr txBox="1"/>
          <p:nvPr>
            <p:ph idx="2" type="body"/>
          </p:nvPr>
        </p:nvSpPr>
        <p:spPr>
          <a:xfrm>
            <a:off x="4663325" y="1711800"/>
            <a:ext cx="3767400" cy="28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6">
    <p:spTree>
      <p:nvGrpSpPr>
        <p:cNvPr id="3838" name="Shape 3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9" name="Google Shape;3839;p74"/>
          <p:cNvGrpSpPr/>
          <p:nvPr/>
        </p:nvGrpSpPr>
        <p:grpSpPr>
          <a:xfrm flipH="1">
            <a:off x="7675528" y="2764510"/>
            <a:ext cx="2141486" cy="2637114"/>
            <a:chOff x="7326200" y="3196774"/>
            <a:chExt cx="1997283" cy="2459535"/>
          </a:xfrm>
        </p:grpSpPr>
        <p:grpSp>
          <p:nvGrpSpPr>
            <p:cNvPr id="3840" name="Google Shape;3840;p74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841" name="Google Shape;3841;p7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2" name="Google Shape;3842;p7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3" name="Google Shape;3843;p7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4" name="Google Shape;3844;p7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5" name="Google Shape;3845;p7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46" name="Google Shape;3846;p74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847" name="Google Shape;3847;p7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8" name="Google Shape;3848;p7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9" name="Google Shape;3849;p7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0" name="Google Shape;3850;p7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1" name="Google Shape;3851;p7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52" name="Google Shape;3852;p74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853" name="Google Shape;3853;p7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4" name="Google Shape;3854;p7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5" name="Google Shape;3855;p7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6" name="Google Shape;3856;p7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7" name="Google Shape;3857;p7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58" name="Google Shape;3858;p74"/>
          <p:cNvGrpSpPr/>
          <p:nvPr/>
        </p:nvGrpSpPr>
        <p:grpSpPr>
          <a:xfrm flipH="1">
            <a:off x="-923297" y="2770085"/>
            <a:ext cx="2141486" cy="2637114"/>
            <a:chOff x="7326200" y="3196774"/>
            <a:chExt cx="1997283" cy="2459535"/>
          </a:xfrm>
        </p:grpSpPr>
        <p:grpSp>
          <p:nvGrpSpPr>
            <p:cNvPr id="3859" name="Google Shape;3859;p74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860" name="Google Shape;3860;p7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1" name="Google Shape;3861;p7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2" name="Google Shape;3862;p7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3" name="Google Shape;3863;p7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4" name="Google Shape;3864;p7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65" name="Google Shape;3865;p74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866" name="Google Shape;3866;p7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7" name="Google Shape;3867;p7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8" name="Google Shape;3868;p7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9" name="Google Shape;3869;p7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0" name="Google Shape;3870;p7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71" name="Google Shape;3871;p74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872" name="Google Shape;3872;p7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3" name="Google Shape;3873;p7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4" name="Google Shape;3874;p7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5" name="Google Shape;3875;p7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6" name="Google Shape;3876;p7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77" name="Google Shape;3877;p74"/>
          <p:cNvGrpSpPr/>
          <p:nvPr/>
        </p:nvGrpSpPr>
        <p:grpSpPr>
          <a:xfrm flipH="1" rot="900075">
            <a:off x="8127281" y="1457343"/>
            <a:ext cx="605591" cy="513977"/>
            <a:chOff x="6064225" y="1470325"/>
            <a:chExt cx="1112500" cy="944200"/>
          </a:xfrm>
        </p:grpSpPr>
        <p:sp>
          <p:nvSpPr>
            <p:cNvPr id="3878" name="Google Shape;3878;p74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74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0" name="Google Shape;3880;p74"/>
          <p:cNvGrpSpPr/>
          <p:nvPr/>
        </p:nvGrpSpPr>
        <p:grpSpPr>
          <a:xfrm>
            <a:off x="4385310" y="4424112"/>
            <a:ext cx="373419" cy="350637"/>
            <a:chOff x="3708550" y="3474950"/>
            <a:chExt cx="256100" cy="240475"/>
          </a:xfrm>
        </p:grpSpPr>
        <p:sp>
          <p:nvSpPr>
            <p:cNvPr id="3881" name="Google Shape;3881;p7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7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3" name="Google Shape;3883;p74"/>
          <p:cNvSpPr txBox="1"/>
          <p:nvPr>
            <p:ph idx="1" type="subTitle"/>
          </p:nvPr>
        </p:nvSpPr>
        <p:spPr>
          <a:xfrm>
            <a:off x="1625250" y="2376625"/>
            <a:ext cx="2541000" cy="82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3884" name="Google Shape;3884;p74"/>
          <p:cNvSpPr txBox="1"/>
          <p:nvPr>
            <p:ph idx="2" type="subTitle"/>
          </p:nvPr>
        </p:nvSpPr>
        <p:spPr>
          <a:xfrm>
            <a:off x="1625238" y="3125601"/>
            <a:ext cx="25410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3885" name="Google Shape;3885;p74"/>
          <p:cNvSpPr txBox="1"/>
          <p:nvPr>
            <p:ph idx="3" type="subTitle"/>
          </p:nvPr>
        </p:nvSpPr>
        <p:spPr>
          <a:xfrm>
            <a:off x="4977710" y="2376625"/>
            <a:ext cx="2541000" cy="82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3886" name="Google Shape;3886;p74"/>
          <p:cNvSpPr txBox="1"/>
          <p:nvPr>
            <p:ph idx="4" type="subTitle"/>
          </p:nvPr>
        </p:nvSpPr>
        <p:spPr>
          <a:xfrm>
            <a:off x="4977712" y="3125604"/>
            <a:ext cx="25410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3887" name="Google Shape;3887;p74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27">
    <p:spTree>
      <p:nvGrpSpPr>
        <p:cNvPr id="3888" name="Shape 3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9" name="Google Shape;3889;p75"/>
          <p:cNvGrpSpPr/>
          <p:nvPr/>
        </p:nvGrpSpPr>
        <p:grpSpPr>
          <a:xfrm flipH="1">
            <a:off x="345292" y="524325"/>
            <a:ext cx="1052475" cy="335125"/>
            <a:chOff x="2293625" y="793625"/>
            <a:chExt cx="1052475" cy="335125"/>
          </a:xfrm>
        </p:grpSpPr>
        <p:sp>
          <p:nvSpPr>
            <p:cNvPr id="3890" name="Google Shape;3890;p7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7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2" name="Google Shape;3892;p75"/>
          <p:cNvGrpSpPr/>
          <p:nvPr/>
        </p:nvGrpSpPr>
        <p:grpSpPr>
          <a:xfrm>
            <a:off x="8244073" y="761574"/>
            <a:ext cx="373419" cy="350637"/>
            <a:chOff x="3708550" y="3474950"/>
            <a:chExt cx="256100" cy="240475"/>
          </a:xfrm>
        </p:grpSpPr>
        <p:sp>
          <p:nvSpPr>
            <p:cNvPr id="3893" name="Google Shape;3893;p75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75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95" name="Google Shape;3895;p75"/>
          <p:cNvSpPr txBox="1"/>
          <p:nvPr>
            <p:ph idx="1" type="subTitle"/>
          </p:nvPr>
        </p:nvSpPr>
        <p:spPr>
          <a:xfrm>
            <a:off x="1700800" y="3691559"/>
            <a:ext cx="23898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3896" name="Google Shape;3896;p75"/>
          <p:cNvSpPr txBox="1"/>
          <p:nvPr>
            <p:ph idx="2" type="subTitle"/>
          </p:nvPr>
        </p:nvSpPr>
        <p:spPr>
          <a:xfrm>
            <a:off x="1700810" y="3956784"/>
            <a:ext cx="23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897" name="Google Shape;3897;p75"/>
          <p:cNvSpPr txBox="1"/>
          <p:nvPr>
            <p:ph idx="3" type="subTitle"/>
          </p:nvPr>
        </p:nvSpPr>
        <p:spPr>
          <a:xfrm>
            <a:off x="5053319" y="3691559"/>
            <a:ext cx="23898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3898" name="Google Shape;3898;p75"/>
          <p:cNvSpPr txBox="1"/>
          <p:nvPr>
            <p:ph idx="4" type="subTitle"/>
          </p:nvPr>
        </p:nvSpPr>
        <p:spPr>
          <a:xfrm>
            <a:off x="5053312" y="3956785"/>
            <a:ext cx="23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899" name="Google Shape;3899;p7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3900" name="Google Shape;3900;p75"/>
          <p:cNvSpPr/>
          <p:nvPr>
            <p:ph idx="5" type="pic"/>
          </p:nvPr>
        </p:nvSpPr>
        <p:spPr>
          <a:xfrm>
            <a:off x="1625300" y="1380634"/>
            <a:ext cx="5893500" cy="213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_1_1">
    <p:spTree>
      <p:nvGrpSpPr>
        <p:cNvPr id="390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2" name="Google Shape;3902;p76"/>
          <p:cNvGrpSpPr/>
          <p:nvPr/>
        </p:nvGrpSpPr>
        <p:grpSpPr>
          <a:xfrm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3903" name="Google Shape;3903;p7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904" name="Google Shape;3904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5" name="Google Shape;3905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6" name="Google Shape;3906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7" name="Google Shape;3907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8" name="Google Shape;3908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09" name="Google Shape;3909;p7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910" name="Google Shape;3910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1" name="Google Shape;3911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2" name="Google Shape;3912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3" name="Google Shape;3913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4" name="Google Shape;3914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15" name="Google Shape;3915;p7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916" name="Google Shape;3916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7" name="Google Shape;3917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8" name="Google Shape;3918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9" name="Google Shape;3919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0" name="Google Shape;3920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1" name="Google Shape;3921;p7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922" name="Google Shape;3922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3" name="Google Shape;3923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4" name="Google Shape;3924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5" name="Google Shape;3925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6" name="Google Shape;3926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7" name="Google Shape;3927;p7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928" name="Google Shape;3928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9" name="Google Shape;3929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0" name="Google Shape;3930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1" name="Google Shape;3931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2" name="Google Shape;3932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3" name="Google Shape;3933;p7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934" name="Google Shape;3934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5" name="Google Shape;3935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6" name="Google Shape;3936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7" name="Google Shape;3937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8" name="Google Shape;3938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9" name="Google Shape;3939;p7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940" name="Google Shape;3940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1" name="Google Shape;3941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2" name="Google Shape;3942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3" name="Google Shape;3943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4" name="Google Shape;3944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45" name="Google Shape;3945;p76"/>
          <p:cNvGrpSpPr/>
          <p:nvPr/>
        </p:nvGrpSpPr>
        <p:grpSpPr>
          <a:xfrm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3946" name="Google Shape;3946;p7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947" name="Google Shape;3947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8" name="Google Shape;3948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9" name="Google Shape;3949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0" name="Google Shape;3950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1" name="Google Shape;3951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2" name="Google Shape;3952;p7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953" name="Google Shape;3953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4" name="Google Shape;3954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5" name="Google Shape;3955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6" name="Google Shape;3956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7" name="Google Shape;3957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8" name="Google Shape;3958;p7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959" name="Google Shape;3959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0" name="Google Shape;3960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1" name="Google Shape;3961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2" name="Google Shape;3962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3" name="Google Shape;3963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64" name="Google Shape;3964;p7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965" name="Google Shape;3965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6" name="Google Shape;3966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7" name="Google Shape;3967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8" name="Google Shape;3968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9" name="Google Shape;3969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70" name="Google Shape;3970;p7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971" name="Google Shape;3971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2" name="Google Shape;3972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3" name="Google Shape;3973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4" name="Google Shape;3974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5" name="Google Shape;3975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76" name="Google Shape;3976;p7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977" name="Google Shape;3977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8" name="Google Shape;3978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9" name="Google Shape;3979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0" name="Google Shape;3980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1" name="Google Shape;3981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82" name="Google Shape;3982;p7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983" name="Google Shape;3983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4" name="Google Shape;3984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5" name="Google Shape;3985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6" name="Google Shape;3986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7" name="Google Shape;3987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88" name="Google Shape;3988;p76"/>
          <p:cNvGrpSpPr/>
          <p:nvPr/>
        </p:nvGrpSpPr>
        <p:grpSpPr>
          <a:xfrm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3989" name="Google Shape;3989;p7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990" name="Google Shape;3990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1" name="Google Shape;3991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2" name="Google Shape;3992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3" name="Google Shape;3993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4" name="Google Shape;3994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95" name="Google Shape;3995;p7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996" name="Google Shape;3996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7" name="Google Shape;3997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8" name="Google Shape;3998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9" name="Google Shape;3999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0" name="Google Shape;4000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1" name="Google Shape;4001;p7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002" name="Google Shape;4002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3" name="Google Shape;4003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4" name="Google Shape;4004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5" name="Google Shape;4005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6" name="Google Shape;4006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7" name="Google Shape;4007;p7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008" name="Google Shape;4008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9" name="Google Shape;4009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0" name="Google Shape;4010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1" name="Google Shape;4011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2" name="Google Shape;4012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13" name="Google Shape;4013;p7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014" name="Google Shape;4014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5" name="Google Shape;4015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6" name="Google Shape;4016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7" name="Google Shape;4017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8" name="Google Shape;4018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19" name="Google Shape;4019;p7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020" name="Google Shape;4020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1" name="Google Shape;4021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2" name="Google Shape;4022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3" name="Google Shape;4023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4" name="Google Shape;4024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25" name="Google Shape;4025;p7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4026" name="Google Shape;4026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7" name="Google Shape;4027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8" name="Google Shape;4028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9" name="Google Shape;4029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0" name="Google Shape;4030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31" name="Google Shape;4031;p76"/>
          <p:cNvGrpSpPr/>
          <p:nvPr/>
        </p:nvGrpSpPr>
        <p:grpSpPr>
          <a:xfrm>
            <a:off x="8033531" y="897696"/>
            <a:ext cx="1177778" cy="435980"/>
            <a:chOff x="1119600" y="2506400"/>
            <a:chExt cx="763700" cy="282700"/>
          </a:xfrm>
        </p:grpSpPr>
        <p:sp>
          <p:nvSpPr>
            <p:cNvPr id="4032" name="Google Shape;4032;p76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76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4" name="Google Shape;4034;p76"/>
          <p:cNvGrpSpPr/>
          <p:nvPr/>
        </p:nvGrpSpPr>
        <p:grpSpPr>
          <a:xfrm>
            <a:off x="8563710" y="3374687"/>
            <a:ext cx="373419" cy="350637"/>
            <a:chOff x="3708550" y="3474950"/>
            <a:chExt cx="256100" cy="240475"/>
          </a:xfrm>
        </p:grpSpPr>
        <p:sp>
          <p:nvSpPr>
            <p:cNvPr id="4035" name="Google Shape;4035;p7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7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7" name="Google Shape;4037;p76"/>
          <p:cNvSpPr txBox="1"/>
          <p:nvPr>
            <p:ph idx="1" type="subTitle"/>
          </p:nvPr>
        </p:nvSpPr>
        <p:spPr>
          <a:xfrm>
            <a:off x="827227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038" name="Google Shape;4038;p76"/>
          <p:cNvSpPr txBox="1"/>
          <p:nvPr>
            <p:ph idx="2" type="subTitle"/>
          </p:nvPr>
        </p:nvSpPr>
        <p:spPr>
          <a:xfrm>
            <a:off x="827225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039" name="Google Shape;4039;p76"/>
          <p:cNvSpPr txBox="1"/>
          <p:nvPr>
            <p:ph idx="3" type="subTitle"/>
          </p:nvPr>
        </p:nvSpPr>
        <p:spPr>
          <a:xfrm>
            <a:off x="3442950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040" name="Google Shape;4040;p76"/>
          <p:cNvSpPr txBox="1"/>
          <p:nvPr>
            <p:ph idx="4" type="subTitle"/>
          </p:nvPr>
        </p:nvSpPr>
        <p:spPr>
          <a:xfrm>
            <a:off x="3442950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041" name="Google Shape;4041;p76"/>
          <p:cNvSpPr txBox="1"/>
          <p:nvPr>
            <p:ph idx="5" type="subTitle"/>
          </p:nvPr>
        </p:nvSpPr>
        <p:spPr>
          <a:xfrm>
            <a:off x="6058673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042" name="Google Shape;4042;p76"/>
          <p:cNvSpPr txBox="1"/>
          <p:nvPr>
            <p:ph idx="6" type="subTitle"/>
          </p:nvPr>
        </p:nvSpPr>
        <p:spPr>
          <a:xfrm>
            <a:off x="6058675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043" name="Google Shape;4043;p7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4044" name="Shape 4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5" name="Google Shape;4045;p77"/>
          <p:cNvGrpSpPr/>
          <p:nvPr/>
        </p:nvGrpSpPr>
        <p:grpSpPr>
          <a:xfrm>
            <a:off x="-1013177" y="2143874"/>
            <a:ext cx="2778020" cy="3420968"/>
            <a:chOff x="7326200" y="3196774"/>
            <a:chExt cx="1997283" cy="2459535"/>
          </a:xfrm>
        </p:grpSpPr>
        <p:grpSp>
          <p:nvGrpSpPr>
            <p:cNvPr id="4046" name="Google Shape;4046;p77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047" name="Google Shape;4047;p7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8" name="Google Shape;4048;p7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9" name="Google Shape;4049;p7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0" name="Google Shape;4050;p7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1" name="Google Shape;4051;p7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2" name="Google Shape;4052;p77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053" name="Google Shape;4053;p7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4" name="Google Shape;4054;p7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5" name="Google Shape;4055;p7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6" name="Google Shape;4056;p7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7" name="Google Shape;4057;p7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8" name="Google Shape;4058;p77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059" name="Google Shape;4059;p7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0" name="Google Shape;4060;p7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1" name="Google Shape;4061;p7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2" name="Google Shape;4062;p7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3" name="Google Shape;4063;p7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64" name="Google Shape;4064;p77"/>
          <p:cNvGrpSpPr/>
          <p:nvPr/>
        </p:nvGrpSpPr>
        <p:grpSpPr>
          <a:xfrm>
            <a:off x="7352993" y="2296487"/>
            <a:ext cx="2787208" cy="3432281"/>
            <a:chOff x="7326200" y="3196774"/>
            <a:chExt cx="1997283" cy="2459535"/>
          </a:xfrm>
        </p:grpSpPr>
        <p:grpSp>
          <p:nvGrpSpPr>
            <p:cNvPr id="4065" name="Google Shape;4065;p77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066" name="Google Shape;4066;p7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7" name="Google Shape;4067;p7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8" name="Google Shape;4068;p7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9" name="Google Shape;4069;p7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0" name="Google Shape;4070;p7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71" name="Google Shape;4071;p77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072" name="Google Shape;4072;p7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3" name="Google Shape;4073;p7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4" name="Google Shape;4074;p7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5" name="Google Shape;4075;p7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6" name="Google Shape;4076;p7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77" name="Google Shape;4077;p77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078" name="Google Shape;4078;p7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9" name="Google Shape;4079;p7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0" name="Google Shape;4080;p7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1" name="Google Shape;4081;p7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2" name="Google Shape;4082;p7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83" name="Google Shape;4083;p77"/>
          <p:cNvGrpSpPr/>
          <p:nvPr/>
        </p:nvGrpSpPr>
        <p:grpSpPr>
          <a:xfrm flipH="1">
            <a:off x="8015792" y="441438"/>
            <a:ext cx="1052475" cy="335125"/>
            <a:chOff x="2293625" y="793625"/>
            <a:chExt cx="1052475" cy="335125"/>
          </a:xfrm>
        </p:grpSpPr>
        <p:sp>
          <p:nvSpPr>
            <p:cNvPr id="4084" name="Google Shape;4084;p7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7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6" name="Google Shape;4086;p77"/>
          <p:cNvGrpSpPr/>
          <p:nvPr/>
        </p:nvGrpSpPr>
        <p:grpSpPr>
          <a:xfrm flipH="1" rot="900075">
            <a:off x="7768981" y="1390993"/>
            <a:ext cx="605591" cy="513977"/>
            <a:chOff x="6064225" y="1470325"/>
            <a:chExt cx="1112500" cy="944200"/>
          </a:xfrm>
        </p:grpSpPr>
        <p:sp>
          <p:nvSpPr>
            <p:cNvPr id="4087" name="Google Shape;4087;p77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77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9" name="Google Shape;4089;p77"/>
          <p:cNvGrpSpPr/>
          <p:nvPr/>
        </p:nvGrpSpPr>
        <p:grpSpPr>
          <a:xfrm flipH="1" rot="-900065">
            <a:off x="634737" y="470537"/>
            <a:ext cx="695443" cy="572745"/>
            <a:chOff x="7315125" y="1121525"/>
            <a:chExt cx="1112525" cy="916100"/>
          </a:xfrm>
        </p:grpSpPr>
        <p:sp>
          <p:nvSpPr>
            <p:cNvPr id="4090" name="Google Shape;4090;p77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77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2" name="Google Shape;4092;p77"/>
          <p:cNvSpPr txBox="1"/>
          <p:nvPr>
            <p:ph hasCustomPrompt="1" type="title"/>
          </p:nvPr>
        </p:nvSpPr>
        <p:spPr>
          <a:xfrm>
            <a:off x="2164950" y="3294750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93" name="Google Shape;4093;p77"/>
          <p:cNvSpPr txBox="1"/>
          <p:nvPr>
            <p:ph hasCustomPrompt="1" idx="2" type="title"/>
          </p:nvPr>
        </p:nvSpPr>
        <p:spPr>
          <a:xfrm>
            <a:off x="2164950" y="1938752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500">
                <a:solidFill>
                  <a:schemeClr val="accent6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94" name="Google Shape;4094;p77"/>
          <p:cNvSpPr txBox="1"/>
          <p:nvPr>
            <p:ph idx="1" type="subTitle"/>
          </p:nvPr>
        </p:nvSpPr>
        <p:spPr>
          <a:xfrm>
            <a:off x="2164950" y="4033313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95" name="Google Shape;4095;p77"/>
          <p:cNvSpPr txBox="1"/>
          <p:nvPr>
            <p:ph idx="3" type="subTitle"/>
          </p:nvPr>
        </p:nvSpPr>
        <p:spPr>
          <a:xfrm>
            <a:off x="2164950" y="2677350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96" name="Google Shape;4096;p77"/>
          <p:cNvSpPr txBox="1"/>
          <p:nvPr>
            <p:ph idx="4" type="subTitle"/>
          </p:nvPr>
        </p:nvSpPr>
        <p:spPr>
          <a:xfrm>
            <a:off x="2164950" y="1321363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97" name="Google Shape;4097;p77"/>
          <p:cNvSpPr txBox="1"/>
          <p:nvPr>
            <p:ph hasCustomPrompt="1" idx="5" type="title"/>
          </p:nvPr>
        </p:nvSpPr>
        <p:spPr>
          <a:xfrm>
            <a:off x="2164950" y="569002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500">
                <a:solidFill>
                  <a:schemeClr val="accent6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9">
    <p:spTree>
      <p:nvGrpSpPr>
        <p:cNvPr id="4098" name="Shape 4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9" name="Google Shape;4099;p78"/>
          <p:cNvGrpSpPr/>
          <p:nvPr/>
        </p:nvGrpSpPr>
        <p:grpSpPr>
          <a:xfrm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4100" name="Google Shape;4100;p78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4101" name="Google Shape;4101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2" name="Google Shape;4102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3" name="Google Shape;4103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4" name="Google Shape;4104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5" name="Google Shape;4105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06" name="Google Shape;4106;p78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4107" name="Google Shape;4107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8" name="Google Shape;4108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9" name="Google Shape;4109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0" name="Google Shape;4110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1" name="Google Shape;4111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2" name="Google Shape;4112;p78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113" name="Google Shape;4113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4" name="Google Shape;4114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5" name="Google Shape;4115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6" name="Google Shape;4116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7" name="Google Shape;4117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8" name="Google Shape;4118;p78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119" name="Google Shape;4119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0" name="Google Shape;4120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1" name="Google Shape;4121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2" name="Google Shape;4122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3" name="Google Shape;4123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24" name="Google Shape;4124;p78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125" name="Google Shape;4125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6" name="Google Shape;4126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7" name="Google Shape;4127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8" name="Google Shape;4128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9" name="Google Shape;4129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30" name="Google Shape;4130;p78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131" name="Google Shape;4131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2" name="Google Shape;4132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3" name="Google Shape;4133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4" name="Google Shape;4134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5" name="Google Shape;4135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36" name="Google Shape;4136;p78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4137" name="Google Shape;4137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8" name="Google Shape;4138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9" name="Google Shape;4139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0" name="Google Shape;4140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1" name="Google Shape;4141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42" name="Google Shape;4142;p78"/>
          <p:cNvGrpSpPr/>
          <p:nvPr/>
        </p:nvGrpSpPr>
        <p:grpSpPr>
          <a:xfrm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4143" name="Google Shape;4143;p78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4144" name="Google Shape;4144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5" name="Google Shape;4145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6" name="Google Shape;4146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7" name="Google Shape;4147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8" name="Google Shape;4148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9" name="Google Shape;4149;p78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4150" name="Google Shape;4150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1" name="Google Shape;4151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2" name="Google Shape;4152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3" name="Google Shape;4153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4" name="Google Shape;4154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55" name="Google Shape;4155;p78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156" name="Google Shape;4156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7" name="Google Shape;4157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8" name="Google Shape;4158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9" name="Google Shape;4159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0" name="Google Shape;4160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61" name="Google Shape;4161;p78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162" name="Google Shape;4162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3" name="Google Shape;4163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4" name="Google Shape;4164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5" name="Google Shape;4165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6" name="Google Shape;4166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67" name="Google Shape;4167;p78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168" name="Google Shape;4168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9" name="Google Shape;4169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0" name="Google Shape;4170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1" name="Google Shape;4171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2" name="Google Shape;4172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3" name="Google Shape;4173;p78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174" name="Google Shape;4174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5" name="Google Shape;4175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6" name="Google Shape;4176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7" name="Google Shape;4177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8" name="Google Shape;4178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9" name="Google Shape;4179;p78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4180" name="Google Shape;4180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1" name="Google Shape;4181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2" name="Google Shape;4182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3" name="Google Shape;4183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4" name="Google Shape;4184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85" name="Google Shape;4185;p78"/>
          <p:cNvGrpSpPr/>
          <p:nvPr/>
        </p:nvGrpSpPr>
        <p:grpSpPr>
          <a:xfrm flipH="1" rot="900075">
            <a:off x="8174433" y="1447026"/>
            <a:ext cx="605591" cy="513977"/>
            <a:chOff x="6064225" y="1470325"/>
            <a:chExt cx="1112500" cy="944200"/>
          </a:xfrm>
        </p:grpSpPr>
        <p:sp>
          <p:nvSpPr>
            <p:cNvPr id="4186" name="Google Shape;4186;p78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78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88" name="Google Shape;4188;p78"/>
          <p:cNvGrpSpPr/>
          <p:nvPr/>
        </p:nvGrpSpPr>
        <p:grpSpPr>
          <a:xfrm>
            <a:off x="-400044" y="985046"/>
            <a:ext cx="1177778" cy="435980"/>
            <a:chOff x="1119600" y="2506400"/>
            <a:chExt cx="763700" cy="282700"/>
          </a:xfrm>
        </p:grpSpPr>
        <p:sp>
          <p:nvSpPr>
            <p:cNvPr id="4189" name="Google Shape;4189;p78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78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1" name="Google Shape;4191;p78"/>
          <p:cNvSpPr txBox="1"/>
          <p:nvPr>
            <p:ph hasCustomPrompt="1" type="title"/>
          </p:nvPr>
        </p:nvSpPr>
        <p:spPr>
          <a:xfrm>
            <a:off x="3442950" y="1926965"/>
            <a:ext cx="2258100" cy="71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192" name="Google Shape;4192;p78"/>
          <p:cNvSpPr txBox="1"/>
          <p:nvPr>
            <p:ph hasCustomPrompt="1" idx="2" type="title"/>
          </p:nvPr>
        </p:nvSpPr>
        <p:spPr>
          <a:xfrm>
            <a:off x="827225" y="1926965"/>
            <a:ext cx="2258100" cy="7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193" name="Google Shape;4193;p78"/>
          <p:cNvSpPr txBox="1"/>
          <p:nvPr>
            <p:ph idx="1" type="subTitle"/>
          </p:nvPr>
        </p:nvSpPr>
        <p:spPr>
          <a:xfrm>
            <a:off x="827225" y="3249326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194" name="Google Shape;4194;p78"/>
          <p:cNvSpPr txBox="1"/>
          <p:nvPr>
            <p:ph idx="3" type="subTitle"/>
          </p:nvPr>
        </p:nvSpPr>
        <p:spPr>
          <a:xfrm>
            <a:off x="827225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195" name="Google Shape;4195;p78"/>
          <p:cNvSpPr txBox="1"/>
          <p:nvPr>
            <p:ph idx="4" type="subTitle"/>
          </p:nvPr>
        </p:nvSpPr>
        <p:spPr>
          <a:xfrm>
            <a:off x="3442950" y="3249327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196" name="Google Shape;4196;p78"/>
          <p:cNvSpPr txBox="1"/>
          <p:nvPr>
            <p:ph idx="5" type="subTitle"/>
          </p:nvPr>
        </p:nvSpPr>
        <p:spPr>
          <a:xfrm>
            <a:off x="3442950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197" name="Google Shape;4197;p78"/>
          <p:cNvSpPr txBox="1"/>
          <p:nvPr>
            <p:ph idx="6" type="subTitle"/>
          </p:nvPr>
        </p:nvSpPr>
        <p:spPr>
          <a:xfrm>
            <a:off x="6058675" y="3249326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198" name="Google Shape;4198;p78"/>
          <p:cNvSpPr txBox="1"/>
          <p:nvPr>
            <p:ph idx="7" type="subTitle"/>
          </p:nvPr>
        </p:nvSpPr>
        <p:spPr>
          <a:xfrm>
            <a:off x="6058674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199" name="Google Shape;4199;p78"/>
          <p:cNvSpPr txBox="1"/>
          <p:nvPr>
            <p:ph hasCustomPrompt="1" idx="8" type="title"/>
          </p:nvPr>
        </p:nvSpPr>
        <p:spPr>
          <a:xfrm>
            <a:off x="6058674" y="1926965"/>
            <a:ext cx="2258100" cy="7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200" name="Google Shape;4200;p78"/>
          <p:cNvSpPr txBox="1"/>
          <p:nvPr>
            <p:ph idx="9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4_2">
    <p:spTree>
      <p:nvGrpSpPr>
        <p:cNvPr id="4201" name="Shape 4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2" name="Google Shape;4202;p79"/>
          <p:cNvGrpSpPr/>
          <p:nvPr/>
        </p:nvGrpSpPr>
        <p:grpSpPr>
          <a:xfrm>
            <a:off x="-298695" y="807459"/>
            <a:ext cx="1529562" cy="487037"/>
            <a:chOff x="2293625" y="793625"/>
            <a:chExt cx="1052475" cy="335125"/>
          </a:xfrm>
        </p:grpSpPr>
        <p:sp>
          <p:nvSpPr>
            <p:cNvPr id="4203" name="Google Shape;4203;p7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7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5" name="Google Shape;4205;p79"/>
          <p:cNvSpPr txBox="1"/>
          <p:nvPr>
            <p:ph idx="1" type="subTitle"/>
          </p:nvPr>
        </p:nvSpPr>
        <p:spPr>
          <a:xfrm>
            <a:off x="2082104" y="1821675"/>
            <a:ext cx="2288700" cy="5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206" name="Google Shape;4206;p79"/>
          <p:cNvSpPr txBox="1"/>
          <p:nvPr>
            <p:ph idx="2" type="subTitle"/>
          </p:nvPr>
        </p:nvSpPr>
        <p:spPr>
          <a:xfrm>
            <a:off x="2082105" y="224322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207" name="Google Shape;4207;p79"/>
          <p:cNvSpPr txBox="1"/>
          <p:nvPr>
            <p:ph idx="3" type="subTitle"/>
          </p:nvPr>
        </p:nvSpPr>
        <p:spPr>
          <a:xfrm>
            <a:off x="2082104" y="3261475"/>
            <a:ext cx="2288700" cy="5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208" name="Google Shape;4208;p79"/>
          <p:cNvSpPr txBox="1"/>
          <p:nvPr>
            <p:ph idx="4" type="subTitle"/>
          </p:nvPr>
        </p:nvSpPr>
        <p:spPr>
          <a:xfrm>
            <a:off x="2082105" y="372827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209" name="Google Shape;4209;p79"/>
          <p:cNvSpPr txBox="1"/>
          <p:nvPr>
            <p:ph idx="5" type="subTitle"/>
          </p:nvPr>
        </p:nvSpPr>
        <p:spPr>
          <a:xfrm>
            <a:off x="4762182" y="1821675"/>
            <a:ext cx="2288700" cy="5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210" name="Google Shape;4210;p79"/>
          <p:cNvSpPr txBox="1"/>
          <p:nvPr>
            <p:ph idx="6" type="subTitle"/>
          </p:nvPr>
        </p:nvSpPr>
        <p:spPr>
          <a:xfrm>
            <a:off x="4762179" y="224322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211" name="Google Shape;4211;p79"/>
          <p:cNvSpPr txBox="1"/>
          <p:nvPr>
            <p:ph idx="7" type="subTitle"/>
          </p:nvPr>
        </p:nvSpPr>
        <p:spPr>
          <a:xfrm>
            <a:off x="4762179" y="3262864"/>
            <a:ext cx="2288700" cy="5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212" name="Google Shape;4212;p79"/>
          <p:cNvSpPr txBox="1"/>
          <p:nvPr>
            <p:ph idx="8" type="subTitle"/>
          </p:nvPr>
        </p:nvSpPr>
        <p:spPr>
          <a:xfrm>
            <a:off x="4762179" y="372827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213" name="Google Shape;4213;p79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">
  <p:cSld name="CUSTOM_3_1_4_2_1_1">
    <p:spTree>
      <p:nvGrpSpPr>
        <p:cNvPr id="4214" name="Shape 4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5" name="Google Shape;4215;p80"/>
          <p:cNvGrpSpPr/>
          <p:nvPr/>
        </p:nvGrpSpPr>
        <p:grpSpPr>
          <a:xfrm>
            <a:off x="-767216" y="4117494"/>
            <a:ext cx="3555360" cy="1866984"/>
            <a:chOff x="774567" y="3582394"/>
            <a:chExt cx="3555360" cy="1866984"/>
          </a:xfrm>
        </p:grpSpPr>
        <p:grpSp>
          <p:nvGrpSpPr>
            <p:cNvPr id="4216" name="Google Shape;4216;p80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4217" name="Google Shape;4217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8" name="Google Shape;4218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9" name="Google Shape;4219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0" name="Google Shape;4220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1" name="Google Shape;4221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22" name="Google Shape;4222;p80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4223" name="Google Shape;4223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4" name="Google Shape;4224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5" name="Google Shape;4225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6" name="Google Shape;4226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7" name="Google Shape;4227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28" name="Google Shape;4228;p80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4229" name="Google Shape;4229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0" name="Google Shape;4230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1" name="Google Shape;4231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2" name="Google Shape;4232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3" name="Google Shape;4233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4" name="Google Shape;4234;p80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4235" name="Google Shape;4235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6" name="Google Shape;4236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7" name="Google Shape;4237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8" name="Google Shape;4238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9" name="Google Shape;4239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40" name="Google Shape;4240;p80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4241" name="Google Shape;4241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2" name="Google Shape;4242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3" name="Google Shape;4243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4" name="Google Shape;4244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5" name="Google Shape;4245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46" name="Google Shape;4246;p80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4247" name="Google Shape;4247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8" name="Google Shape;4248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9" name="Google Shape;4249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0" name="Google Shape;4250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1" name="Google Shape;4251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52" name="Google Shape;4252;p80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4253" name="Google Shape;4253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4" name="Google Shape;4254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5" name="Google Shape;4255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6" name="Google Shape;4256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7" name="Google Shape;4257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58" name="Google Shape;4258;p80"/>
          <p:cNvGrpSpPr/>
          <p:nvPr/>
        </p:nvGrpSpPr>
        <p:grpSpPr>
          <a:xfrm>
            <a:off x="2788134" y="4117494"/>
            <a:ext cx="3555360" cy="1866984"/>
            <a:chOff x="774567" y="3582394"/>
            <a:chExt cx="3555360" cy="1866984"/>
          </a:xfrm>
        </p:grpSpPr>
        <p:grpSp>
          <p:nvGrpSpPr>
            <p:cNvPr id="4259" name="Google Shape;4259;p80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4260" name="Google Shape;4260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1" name="Google Shape;4261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2" name="Google Shape;4262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3" name="Google Shape;4263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4" name="Google Shape;4264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65" name="Google Shape;4265;p80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4266" name="Google Shape;4266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7" name="Google Shape;4267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8" name="Google Shape;4268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9" name="Google Shape;4269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0" name="Google Shape;4270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71" name="Google Shape;4271;p80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4272" name="Google Shape;4272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3" name="Google Shape;4273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4" name="Google Shape;4274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5" name="Google Shape;4275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6" name="Google Shape;4276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77" name="Google Shape;4277;p80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4278" name="Google Shape;4278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9" name="Google Shape;4279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0" name="Google Shape;4280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1" name="Google Shape;4281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2" name="Google Shape;4282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83" name="Google Shape;4283;p80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4284" name="Google Shape;4284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5" name="Google Shape;4285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6" name="Google Shape;4286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7" name="Google Shape;4287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8" name="Google Shape;4288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89" name="Google Shape;4289;p80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4290" name="Google Shape;4290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1" name="Google Shape;4291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2" name="Google Shape;4292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3" name="Google Shape;4293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4" name="Google Shape;4294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95" name="Google Shape;4295;p80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4296" name="Google Shape;4296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7" name="Google Shape;4297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8" name="Google Shape;4298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9" name="Google Shape;4299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0" name="Google Shape;4300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01" name="Google Shape;4301;p80"/>
          <p:cNvGrpSpPr/>
          <p:nvPr/>
        </p:nvGrpSpPr>
        <p:grpSpPr>
          <a:xfrm>
            <a:off x="6342509" y="4117494"/>
            <a:ext cx="3555360" cy="1866984"/>
            <a:chOff x="774567" y="3582394"/>
            <a:chExt cx="3555360" cy="1866984"/>
          </a:xfrm>
        </p:grpSpPr>
        <p:grpSp>
          <p:nvGrpSpPr>
            <p:cNvPr id="4302" name="Google Shape;4302;p80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4303" name="Google Shape;4303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4" name="Google Shape;4304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5" name="Google Shape;4305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6" name="Google Shape;4306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7" name="Google Shape;4307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08" name="Google Shape;4308;p80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4309" name="Google Shape;4309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0" name="Google Shape;4310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1" name="Google Shape;4311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2" name="Google Shape;4312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3" name="Google Shape;4313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14" name="Google Shape;4314;p80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4315" name="Google Shape;4315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6" name="Google Shape;4316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7" name="Google Shape;4317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8" name="Google Shape;4318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9" name="Google Shape;4319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20" name="Google Shape;4320;p80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4321" name="Google Shape;4321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2" name="Google Shape;4322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3" name="Google Shape;4323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4" name="Google Shape;4324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5" name="Google Shape;4325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26" name="Google Shape;4326;p80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4327" name="Google Shape;4327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8" name="Google Shape;4328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9" name="Google Shape;4329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0" name="Google Shape;4330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1" name="Google Shape;4331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32" name="Google Shape;4332;p80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4333" name="Google Shape;4333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4" name="Google Shape;4334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5" name="Google Shape;4335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6" name="Google Shape;4336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7" name="Google Shape;4337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38" name="Google Shape;4338;p80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4339" name="Google Shape;4339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0" name="Google Shape;4340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1" name="Google Shape;4341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2" name="Google Shape;4342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3" name="Google Shape;4343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44" name="Google Shape;4344;p80"/>
          <p:cNvGrpSpPr/>
          <p:nvPr/>
        </p:nvGrpSpPr>
        <p:grpSpPr>
          <a:xfrm flipH="1" rot="900019">
            <a:off x="8333376" y="1343321"/>
            <a:ext cx="524402" cy="431815"/>
            <a:chOff x="7315125" y="1121525"/>
            <a:chExt cx="1112525" cy="916100"/>
          </a:xfrm>
        </p:grpSpPr>
        <p:sp>
          <p:nvSpPr>
            <p:cNvPr id="4345" name="Google Shape;4345;p80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80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47" name="Google Shape;4347;p80"/>
          <p:cNvGrpSpPr/>
          <p:nvPr/>
        </p:nvGrpSpPr>
        <p:grpSpPr>
          <a:xfrm>
            <a:off x="7516983" y="322001"/>
            <a:ext cx="2403704" cy="522741"/>
            <a:chOff x="4007175" y="1128725"/>
            <a:chExt cx="2166475" cy="471150"/>
          </a:xfrm>
        </p:grpSpPr>
        <p:sp>
          <p:nvSpPr>
            <p:cNvPr id="4348" name="Google Shape;4348;p80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80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0" name="Google Shape;4350;p80"/>
          <p:cNvSpPr txBox="1"/>
          <p:nvPr>
            <p:ph idx="1" type="subTitle"/>
          </p:nvPr>
        </p:nvSpPr>
        <p:spPr>
          <a:xfrm>
            <a:off x="2001589" y="183564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351" name="Google Shape;4351;p80"/>
          <p:cNvSpPr txBox="1"/>
          <p:nvPr>
            <p:ph idx="2" type="subTitle"/>
          </p:nvPr>
        </p:nvSpPr>
        <p:spPr>
          <a:xfrm>
            <a:off x="2001588" y="21204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352" name="Google Shape;4352;p80"/>
          <p:cNvSpPr txBox="1"/>
          <p:nvPr>
            <p:ph idx="3" type="subTitle"/>
          </p:nvPr>
        </p:nvSpPr>
        <p:spPr>
          <a:xfrm>
            <a:off x="3485376" y="2939712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353" name="Google Shape;4353;p80"/>
          <p:cNvSpPr txBox="1"/>
          <p:nvPr>
            <p:ph idx="4" type="subTitle"/>
          </p:nvPr>
        </p:nvSpPr>
        <p:spPr>
          <a:xfrm>
            <a:off x="3485375" y="32263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354" name="Google Shape;4354;p80"/>
          <p:cNvSpPr txBox="1"/>
          <p:nvPr>
            <p:ph idx="5" type="subTitle"/>
          </p:nvPr>
        </p:nvSpPr>
        <p:spPr>
          <a:xfrm>
            <a:off x="4971087" y="183564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355" name="Google Shape;4355;p80"/>
          <p:cNvSpPr txBox="1"/>
          <p:nvPr>
            <p:ph idx="6" type="subTitle"/>
          </p:nvPr>
        </p:nvSpPr>
        <p:spPr>
          <a:xfrm>
            <a:off x="4971087" y="21204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356" name="Google Shape;4356;p80"/>
          <p:cNvSpPr txBox="1"/>
          <p:nvPr>
            <p:ph idx="7" type="subTitle"/>
          </p:nvPr>
        </p:nvSpPr>
        <p:spPr>
          <a:xfrm>
            <a:off x="6256587" y="293969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357" name="Google Shape;4357;p80"/>
          <p:cNvSpPr txBox="1"/>
          <p:nvPr>
            <p:ph idx="8" type="subTitle"/>
          </p:nvPr>
        </p:nvSpPr>
        <p:spPr>
          <a:xfrm>
            <a:off x="6256587" y="322451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358" name="Google Shape;4358;p80"/>
          <p:cNvSpPr txBox="1"/>
          <p:nvPr>
            <p:ph idx="9" type="subTitle"/>
          </p:nvPr>
        </p:nvSpPr>
        <p:spPr>
          <a:xfrm>
            <a:off x="714164" y="2939712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359" name="Google Shape;4359;p80"/>
          <p:cNvSpPr txBox="1"/>
          <p:nvPr>
            <p:ph idx="13" type="subTitle"/>
          </p:nvPr>
        </p:nvSpPr>
        <p:spPr>
          <a:xfrm>
            <a:off x="714163" y="32263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360" name="Google Shape;4360;p80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_1_1">
    <p:spTree>
      <p:nvGrpSpPr>
        <p:cNvPr id="4361" name="Shape 4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2" name="Google Shape;4362;p81"/>
          <p:cNvGrpSpPr/>
          <p:nvPr/>
        </p:nvGrpSpPr>
        <p:grpSpPr>
          <a:xfrm>
            <a:off x="-1428263" y="2696360"/>
            <a:ext cx="2141486" cy="2637114"/>
            <a:chOff x="7326200" y="3196774"/>
            <a:chExt cx="1997283" cy="2459535"/>
          </a:xfrm>
        </p:grpSpPr>
        <p:grpSp>
          <p:nvGrpSpPr>
            <p:cNvPr id="4363" name="Google Shape;4363;p81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364" name="Google Shape;4364;p8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5" name="Google Shape;4365;p8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6" name="Google Shape;4366;p8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7" name="Google Shape;4367;p8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8" name="Google Shape;4368;p8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69" name="Google Shape;4369;p81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370" name="Google Shape;4370;p8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1" name="Google Shape;4371;p8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2" name="Google Shape;4372;p8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3" name="Google Shape;4373;p8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4" name="Google Shape;4374;p8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75" name="Google Shape;4375;p81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376" name="Google Shape;4376;p8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7" name="Google Shape;4377;p8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8" name="Google Shape;4378;p8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9" name="Google Shape;4379;p8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0" name="Google Shape;4380;p8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81" name="Google Shape;4381;p81"/>
          <p:cNvGrpSpPr/>
          <p:nvPr/>
        </p:nvGrpSpPr>
        <p:grpSpPr>
          <a:xfrm>
            <a:off x="8430787" y="2696360"/>
            <a:ext cx="2141486" cy="2637114"/>
            <a:chOff x="7326200" y="3196774"/>
            <a:chExt cx="1997283" cy="2459535"/>
          </a:xfrm>
        </p:grpSpPr>
        <p:grpSp>
          <p:nvGrpSpPr>
            <p:cNvPr id="4382" name="Google Shape;4382;p81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383" name="Google Shape;4383;p8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4" name="Google Shape;4384;p8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5" name="Google Shape;4385;p8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6" name="Google Shape;4386;p8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7" name="Google Shape;4387;p8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88" name="Google Shape;4388;p81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389" name="Google Shape;4389;p8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0" name="Google Shape;4390;p8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1" name="Google Shape;4391;p8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2" name="Google Shape;4392;p8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3" name="Google Shape;4393;p8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94" name="Google Shape;4394;p81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395" name="Google Shape;4395;p8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6" name="Google Shape;4396;p8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7" name="Google Shape;4397;p8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8" name="Google Shape;4398;p8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9" name="Google Shape;4399;p8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00" name="Google Shape;4400;p81"/>
          <p:cNvGrpSpPr/>
          <p:nvPr/>
        </p:nvGrpSpPr>
        <p:grpSpPr>
          <a:xfrm flipH="1" rot="900165">
            <a:off x="8213337" y="1644055"/>
            <a:ext cx="615846" cy="522680"/>
            <a:chOff x="6064225" y="1470325"/>
            <a:chExt cx="1112500" cy="944200"/>
          </a:xfrm>
        </p:grpSpPr>
        <p:sp>
          <p:nvSpPr>
            <p:cNvPr id="4401" name="Google Shape;4401;p81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81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03" name="Google Shape;4403;p81"/>
          <p:cNvGrpSpPr/>
          <p:nvPr/>
        </p:nvGrpSpPr>
        <p:grpSpPr>
          <a:xfrm>
            <a:off x="-616745" y="871334"/>
            <a:ext cx="1529562" cy="487037"/>
            <a:chOff x="2293625" y="793625"/>
            <a:chExt cx="1052475" cy="335125"/>
          </a:xfrm>
        </p:grpSpPr>
        <p:sp>
          <p:nvSpPr>
            <p:cNvPr id="4404" name="Google Shape;4404;p81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81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06" name="Google Shape;4406;p81"/>
          <p:cNvGrpSpPr/>
          <p:nvPr/>
        </p:nvGrpSpPr>
        <p:grpSpPr>
          <a:xfrm>
            <a:off x="8430782" y="463291"/>
            <a:ext cx="373419" cy="350637"/>
            <a:chOff x="3708550" y="3474950"/>
            <a:chExt cx="256100" cy="240475"/>
          </a:xfrm>
        </p:grpSpPr>
        <p:sp>
          <p:nvSpPr>
            <p:cNvPr id="4407" name="Google Shape;4407;p8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8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09" name="Google Shape;4409;p81"/>
          <p:cNvSpPr txBox="1"/>
          <p:nvPr>
            <p:ph idx="1" type="subTitle"/>
          </p:nvPr>
        </p:nvSpPr>
        <p:spPr>
          <a:xfrm>
            <a:off x="5671646" y="2609261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10" name="Google Shape;4410;p81"/>
          <p:cNvSpPr txBox="1"/>
          <p:nvPr>
            <p:ph idx="2" type="subTitle"/>
          </p:nvPr>
        </p:nvSpPr>
        <p:spPr>
          <a:xfrm>
            <a:off x="5671646" y="2866598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11" name="Google Shape;4411;p81"/>
          <p:cNvSpPr txBox="1"/>
          <p:nvPr>
            <p:ph idx="3" type="subTitle"/>
          </p:nvPr>
        </p:nvSpPr>
        <p:spPr>
          <a:xfrm>
            <a:off x="5671646" y="1485450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12" name="Google Shape;4412;p81"/>
          <p:cNvSpPr txBox="1"/>
          <p:nvPr>
            <p:ph idx="4" type="subTitle"/>
          </p:nvPr>
        </p:nvSpPr>
        <p:spPr>
          <a:xfrm>
            <a:off x="5671646" y="1742776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13" name="Google Shape;4413;p81"/>
          <p:cNvSpPr txBox="1"/>
          <p:nvPr>
            <p:ph idx="5" type="subTitle"/>
          </p:nvPr>
        </p:nvSpPr>
        <p:spPr>
          <a:xfrm>
            <a:off x="5671646" y="3733073"/>
            <a:ext cx="2183100" cy="371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14" name="Google Shape;4414;p81"/>
          <p:cNvSpPr txBox="1"/>
          <p:nvPr>
            <p:ph idx="6" type="subTitle"/>
          </p:nvPr>
        </p:nvSpPr>
        <p:spPr>
          <a:xfrm>
            <a:off x="5671646" y="3990400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15" name="Google Shape;4415;p81"/>
          <p:cNvSpPr txBox="1"/>
          <p:nvPr>
            <p:ph idx="7" type="subTitle"/>
          </p:nvPr>
        </p:nvSpPr>
        <p:spPr>
          <a:xfrm>
            <a:off x="1276396" y="1485450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16" name="Google Shape;4416;p81"/>
          <p:cNvSpPr txBox="1"/>
          <p:nvPr>
            <p:ph idx="8" type="subTitle"/>
          </p:nvPr>
        </p:nvSpPr>
        <p:spPr>
          <a:xfrm>
            <a:off x="1276396" y="1742776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17" name="Google Shape;4417;p81"/>
          <p:cNvSpPr txBox="1"/>
          <p:nvPr>
            <p:ph idx="9" type="subTitle"/>
          </p:nvPr>
        </p:nvSpPr>
        <p:spPr>
          <a:xfrm>
            <a:off x="1276396" y="2609261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18" name="Google Shape;4418;p81"/>
          <p:cNvSpPr txBox="1"/>
          <p:nvPr>
            <p:ph idx="13" type="subTitle"/>
          </p:nvPr>
        </p:nvSpPr>
        <p:spPr>
          <a:xfrm>
            <a:off x="1276396" y="2866598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19" name="Google Shape;4419;p81"/>
          <p:cNvSpPr txBox="1"/>
          <p:nvPr>
            <p:ph idx="14" type="subTitle"/>
          </p:nvPr>
        </p:nvSpPr>
        <p:spPr>
          <a:xfrm>
            <a:off x="1276396" y="3733075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20" name="Google Shape;4420;p81"/>
          <p:cNvSpPr txBox="1"/>
          <p:nvPr>
            <p:ph idx="15" type="subTitle"/>
          </p:nvPr>
        </p:nvSpPr>
        <p:spPr>
          <a:xfrm>
            <a:off x="1276396" y="3990400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21" name="Google Shape;4421;p8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3">
    <p:spTree>
      <p:nvGrpSpPr>
        <p:cNvPr id="4422" name="Shape 4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3" name="Google Shape;4423;p82"/>
          <p:cNvGrpSpPr/>
          <p:nvPr/>
        </p:nvGrpSpPr>
        <p:grpSpPr>
          <a:xfrm>
            <a:off x="-115778" y="1926406"/>
            <a:ext cx="4777565" cy="4312634"/>
            <a:chOff x="-115778" y="1926406"/>
            <a:chExt cx="4777565" cy="4312634"/>
          </a:xfrm>
        </p:grpSpPr>
        <p:grpSp>
          <p:nvGrpSpPr>
            <p:cNvPr id="4424" name="Google Shape;4424;p82"/>
            <p:cNvGrpSpPr/>
            <p:nvPr/>
          </p:nvGrpSpPr>
          <p:grpSpPr>
            <a:xfrm>
              <a:off x="-115778" y="1926406"/>
              <a:ext cx="1328069" cy="4208435"/>
              <a:chOff x="689500" y="2924525"/>
              <a:chExt cx="1313100" cy="4161000"/>
            </a:xfrm>
          </p:grpSpPr>
          <p:sp>
            <p:nvSpPr>
              <p:cNvPr id="4425" name="Google Shape;4425;p8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6" name="Google Shape;4426;p8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7" name="Google Shape;4427;p8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8" name="Google Shape;4428;p8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9" name="Google Shape;4429;p8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30" name="Google Shape;4430;p82"/>
            <p:cNvGrpSpPr/>
            <p:nvPr/>
          </p:nvGrpSpPr>
          <p:grpSpPr>
            <a:xfrm>
              <a:off x="925003" y="2276815"/>
              <a:ext cx="1328069" cy="3715782"/>
              <a:chOff x="-1044450" y="1559250"/>
              <a:chExt cx="1313100" cy="3673900"/>
            </a:xfrm>
          </p:grpSpPr>
          <p:sp>
            <p:nvSpPr>
              <p:cNvPr id="4431" name="Google Shape;4431;p8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2" name="Google Shape;4432;p8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3" name="Google Shape;4433;p8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4" name="Google Shape;4434;p8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5" name="Google Shape;4435;p8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36" name="Google Shape;4436;p82"/>
            <p:cNvGrpSpPr/>
            <p:nvPr/>
          </p:nvGrpSpPr>
          <p:grpSpPr>
            <a:xfrm>
              <a:off x="2115983" y="2014265"/>
              <a:ext cx="1328069" cy="3715782"/>
              <a:chOff x="-1044450" y="1559250"/>
              <a:chExt cx="1313100" cy="3673900"/>
            </a:xfrm>
          </p:grpSpPr>
          <p:sp>
            <p:nvSpPr>
              <p:cNvPr id="4437" name="Google Shape;4437;p8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8" name="Google Shape;4438;p8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9" name="Google Shape;4439;p8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0" name="Google Shape;4440;p8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1" name="Google Shape;4441;p8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42" name="Google Shape;4442;p82"/>
            <p:cNvGrpSpPr/>
            <p:nvPr/>
          </p:nvGrpSpPr>
          <p:grpSpPr>
            <a:xfrm>
              <a:off x="3333718" y="2030605"/>
              <a:ext cx="1328069" cy="4208435"/>
              <a:chOff x="689500" y="2924525"/>
              <a:chExt cx="1313100" cy="4161000"/>
            </a:xfrm>
          </p:grpSpPr>
          <p:sp>
            <p:nvSpPr>
              <p:cNvPr id="4443" name="Google Shape;4443;p8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4" name="Google Shape;4444;p8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5" name="Google Shape;4445;p8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6" name="Google Shape;4446;p8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7" name="Google Shape;4447;p8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48" name="Google Shape;4448;p82"/>
          <p:cNvGrpSpPr/>
          <p:nvPr/>
        </p:nvGrpSpPr>
        <p:grpSpPr>
          <a:xfrm>
            <a:off x="8612972" y="2806049"/>
            <a:ext cx="1362008" cy="433685"/>
            <a:chOff x="2293625" y="793625"/>
            <a:chExt cx="1052475" cy="335125"/>
          </a:xfrm>
        </p:grpSpPr>
        <p:sp>
          <p:nvSpPr>
            <p:cNvPr id="4449" name="Google Shape;4449;p82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0" name="Google Shape;4450;p82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51" name="Google Shape;4451;p82"/>
          <p:cNvGrpSpPr/>
          <p:nvPr/>
        </p:nvGrpSpPr>
        <p:grpSpPr>
          <a:xfrm flipH="1">
            <a:off x="8612982" y="704666"/>
            <a:ext cx="373419" cy="350637"/>
            <a:chOff x="3708550" y="3474950"/>
            <a:chExt cx="256100" cy="240475"/>
          </a:xfrm>
        </p:grpSpPr>
        <p:sp>
          <p:nvSpPr>
            <p:cNvPr id="4452" name="Google Shape;4452;p8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3" name="Google Shape;4453;p8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54" name="Google Shape;4454;p82"/>
          <p:cNvSpPr txBox="1"/>
          <p:nvPr>
            <p:ph idx="1" type="subTitle"/>
          </p:nvPr>
        </p:nvSpPr>
        <p:spPr>
          <a:xfrm>
            <a:off x="4558910" y="1788747"/>
            <a:ext cx="3849600" cy="10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55" name="Google Shape;4455;p82"/>
          <p:cNvSpPr txBox="1"/>
          <p:nvPr>
            <p:ph type="title"/>
          </p:nvPr>
        </p:nvSpPr>
        <p:spPr>
          <a:xfrm>
            <a:off x="4558910" y="554950"/>
            <a:ext cx="3849600" cy="109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56" name="Google Shape;4456;p82"/>
          <p:cNvSpPr txBox="1"/>
          <p:nvPr/>
        </p:nvSpPr>
        <p:spPr>
          <a:xfrm>
            <a:off x="4558900" y="3523250"/>
            <a:ext cx="38496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4457" name="Shape 4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8" name="Google Shape;4458;p83"/>
          <p:cNvGrpSpPr/>
          <p:nvPr/>
        </p:nvGrpSpPr>
        <p:grpSpPr>
          <a:xfrm>
            <a:off x="-788017" y="1434751"/>
            <a:ext cx="2403704" cy="522741"/>
            <a:chOff x="4007175" y="1128725"/>
            <a:chExt cx="2166475" cy="471150"/>
          </a:xfrm>
        </p:grpSpPr>
        <p:sp>
          <p:nvSpPr>
            <p:cNvPr id="4459" name="Google Shape;4459;p83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0" name="Google Shape;4460;p83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1" name="Google Shape;4461;p83"/>
          <p:cNvGrpSpPr/>
          <p:nvPr/>
        </p:nvGrpSpPr>
        <p:grpSpPr>
          <a:xfrm>
            <a:off x="1383248" y="188862"/>
            <a:ext cx="373419" cy="350637"/>
            <a:chOff x="3708550" y="3474950"/>
            <a:chExt cx="256100" cy="240475"/>
          </a:xfrm>
        </p:grpSpPr>
        <p:sp>
          <p:nvSpPr>
            <p:cNvPr id="4462" name="Google Shape;4462;p8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3" name="Google Shape;4463;p8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4" name="Google Shape;4464;p83"/>
          <p:cNvGrpSpPr/>
          <p:nvPr/>
        </p:nvGrpSpPr>
        <p:grpSpPr>
          <a:xfrm flipH="1" rot="900019">
            <a:off x="7949970" y="814221"/>
            <a:ext cx="524402" cy="431815"/>
            <a:chOff x="7315125" y="1121525"/>
            <a:chExt cx="1112525" cy="916100"/>
          </a:xfrm>
        </p:grpSpPr>
        <p:sp>
          <p:nvSpPr>
            <p:cNvPr id="4465" name="Google Shape;4465;p83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6" name="Google Shape;4466;p83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7" name="Google Shape;4467;p83"/>
          <p:cNvGrpSpPr/>
          <p:nvPr/>
        </p:nvGrpSpPr>
        <p:grpSpPr>
          <a:xfrm flipH="1">
            <a:off x="4572004" y="3737786"/>
            <a:ext cx="4135748" cy="2200311"/>
            <a:chOff x="427600" y="1407698"/>
            <a:chExt cx="7990240" cy="4251808"/>
          </a:xfrm>
        </p:grpSpPr>
        <p:grpSp>
          <p:nvGrpSpPr>
            <p:cNvPr id="4468" name="Google Shape;4468;p8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4469" name="Google Shape;4469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0" name="Google Shape;4470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1" name="Google Shape;4471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2" name="Google Shape;4472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3" name="Google Shape;4473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74" name="Google Shape;4474;p8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4475" name="Google Shape;4475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6" name="Google Shape;4476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7" name="Google Shape;4477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8" name="Google Shape;4478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9" name="Google Shape;4479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80" name="Google Shape;4480;p8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481" name="Google Shape;4481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2" name="Google Shape;4482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3" name="Google Shape;4483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4" name="Google Shape;4484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5" name="Google Shape;4485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86" name="Google Shape;4486;p8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487" name="Google Shape;4487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8" name="Google Shape;4488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9" name="Google Shape;4489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0" name="Google Shape;4490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1" name="Google Shape;4491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92" name="Google Shape;4492;p8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493" name="Google Shape;4493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4" name="Google Shape;4494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5" name="Google Shape;4495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6" name="Google Shape;4496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7" name="Google Shape;4497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98" name="Google Shape;4498;p8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499" name="Google Shape;4499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0" name="Google Shape;4500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1" name="Google Shape;4501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2" name="Google Shape;4502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3" name="Google Shape;4503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04" name="Google Shape;4504;p8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4505" name="Google Shape;4505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6" name="Google Shape;4506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7" name="Google Shape;4507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8" name="Google Shape;4508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9" name="Google Shape;4509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10" name="Google Shape;4510;p83"/>
          <p:cNvGrpSpPr/>
          <p:nvPr/>
        </p:nvGrpSpPr>
        <p:grpSpPr>
          <a:xfrm flipH="1">
            <a:off x="436254" y="3737786"/>
            <a:ext cx="4135748" cy="2200311"/>
            <a:chOff x="427600" y="1407698"/>
            <a:chExt cx="7990240" cy="4251808"/>
          </a:xfrm>
        </p:grpSpPr>
        <p:grpSp>
          <p:nvGrpSpPr>
            <p:cNvPr id="4511" name="Google Shape;4511;p8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4512" name="Google Shape;4512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3" name="Google Shape;4513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4" name="Google Shape;4514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5" name="Google Shape;4515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6" name="Google Shape;4516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17" name="Google Shape;4517;p8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4518" name="Google Shape;4518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9" name="Google Shape;4519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0" name="Google Shape;4520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1" name="Google Shape;4521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2" name="Google Shape;4522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23" name="Google Shape;4523;p8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524" name="Google Shape;4524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5" name="Google Shape;4525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6" name="Google Shape;4526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7" name="Google Shape;4527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8" name="Google Shape;4528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29" name="Google Shape;4529;p8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530" name="Google Shape;4530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1" name="Google Shape;4531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2" name="Google Shape;4532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3" name="Google Shape;4533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4" name="Google Shape;4534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35" name="Google Shape;4535;p8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536" name="Google Shape;4536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7" name="Google Shape;4537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8" name="Google Shape;4538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9" name="Google Shape;4539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0" name="Google Shape;4540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41" name="Google Shape;4541;p8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542" name="Google Shape;4542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3" name="Google Shape;4543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4" name="Google Shape;4544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5" name="Google Shape;4545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6" name="Google Shape;4546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47" name="Google Shape;4547;p8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4548" name="Google Shape;4548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9" name="Google Shape;4549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0" name="Google Shape;4550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1" name="Google Shape;4551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2" name="Google Shape;4552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4553" name="Shape 4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4" name="Google Shape;4554;p84"/>
          <p:cNvGrpSpPr/>
          <p:nvPr/>
        </p:nvGrpSpPr>
        <p:grpSpPr>
          <a:xfrm flipH="1">
            <a:off x="7163612" y="2764510"/>
            <a:ext cx="2141486" cy="2637114"/>
            <a:chOff x="7326200" y="3196774"/>
            <a:chExt cx="1997283" cy="2459535"/>
          </a:xfrm>
        </p:grpSpPr>
        <p:grpSp>
          <p:nvGrpSpPr>
            <p:cNvPr id="4555" name="Google Shape;4555;p84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556" name="Google Shape;4556;p8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7" name="Google Shape;4557;p8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8" name="Google Shape;4558;p8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9" name="Google Shape;4559;p8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0" name="Google Shape;4560;p8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61" name="Google Shape;4561;p84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562" name="Google Shape;4562;p8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3" name="Google Shape;4563;p8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4" name="Google Shape;4564;p8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5" name="Google Shape;4565;p8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6" name="Google Shape;4566;p8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67" name="Google Shape;4567;p84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568" name="Google Shape;4568;p8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9" name="Google Shape;4569;p8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0" name="Google Shape;4570;p8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1" name="Google Shape;4571;p8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2" name="Google Shape;4572;p8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73" name="Google Shape;4573;p84"/>
          <p:cNvGrpSpPr/>
          <p:nvPr/>
        </p:nvGrpSpPr>
        <p:grpSpPr>
          <a:xfrm flipH="1">
            <a:off x="-117713" y="2896560"/>
            <a:ext cx="2141486" cy="2637114"/>
            <a:chOff x="7326200" y="3196774"/>
            <a:chExt cx="1997283" cy="2459535"/>
          </a:xfrm>
        </p:grpSpPr>
        <p:grpSp>
          <p:nvGrpSpPr>
            <p:cNvPr id="4574" name="Google Shape;4574;p84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575" name="Google Shape;4575;p8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6" name="Google Shape;4576;p8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7" name="Google Shape;4577;p8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8" name="Google Shape;4578;p8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9" name="Google Shape;4579;p8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80" name="Google Shape;4580;p84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581" name="Google Shape;4581;p8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2" name="Google Shape;4582;p8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3" name="Google Shape;4583;p8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4" name="Google Shape;4584;p8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5" name="Google Shape;4585;p8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86" name="Google Shape;4586;p84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587" name="Google Shape;4587;p8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8" name="Google Shape;4588;p8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9" name="Google Shape;4589;p8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0" name="Google Shape;4590;p8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1" name="Google Shape;4591;p8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92" name="Google Shape;4592;p84"/>
          <p:cNvGrpSpPr/>
          <p:nvPr/>
        </p:nvGrpSpPr>
        <p:grpSpPr>
          <a:xfrm rot="-900165">
            <a:off x="844353" y="526792"/>
            <a:ext cx="615846" cy="522680"/>
            <a:chOff x="6064225" y="1470325"/>
            <a:chExt cx="1112500" cy="944200"/>
          </a:xfrm>
        </p:grpSpPr>
        <p:sp>
          <p:nvSpPr>
            <p:cNvPr id="4593" name="Google Shape;4593;p84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84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95" name="Google Shape;4595;p84"/>
          <p:cNvGrpSpPr/>
          <p:nvPr/>
        </p:nvGrpSpPr>
        <p:grpSpPr>
          <a:xfrm flipH="1">
            <a:off x="7821370" y="871347"/>
            <a:ext cx="1529562" cy="487037"/>
            <a:chOff x="2293625" y="793625"/>
            <a:chExt cx="1052475" cy="335125"/>
          </a:xfrm>
        </p:grpSpPr>
        <p:sp>
          <p:nvSpPr>
            <p:cNvPr id="4596" name="Google Shape;4596;p84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84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98" name="Google Shape;4598;p84"/>
          <p:cNvGrpSpPr/>
          <p:nvPr/>
        </p:nvGrpSpPr>
        <p:grpSpPr>
          <a:xfrm>
            <a:off x="7654523" y="188862"/>
            <a:ext cx="373419" cy="350637"/>
            <a:chOff x="3708550" y="3474950"/>
            <a:chExt cx="256100" cy="240475"/>
          </a:xfrm>
        </p:grpSpPr>
        <p:sp>
          <p:nvSpPr>
            <p:cNvPr id="4599" name="Google Shape;4599;p8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8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0.xml"/><Relationship Id="rId2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69.xml"/><Relationship Id="rId29" Type="http://schemas.openxmlformats.org/officeDocument/2006/relationships/slideLayout" Target="../slideLayouts/slideLayout70.xml"/><Relationship Id="rId3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74.xml"/><Relationship Id="rId34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79.xml"/><Relationship Id="rId39" Type="http://schemas.openxmlformats.org/officeDocument/2006/relationships/slideLayout" Target="../slideLayouts/slideLayout80.xml"/><Relationship Id="rId4" Type="http://schemas.openxmlformats.org/officeDocument/2006/relationships/slideLayout" Target="../slideLayouts/slideLayout45.xml"/><Relationship Id="rId40" Type="http://schemas.openxmlformats.org/officeDocument/2006/relationships/slideLayout" Target="../slideLayouts/slideLayout81.xml"/><Relationship Id="rId41" Type="http://schemas.openxmlformats.org/officeDocument/2006/relationships/slideLayout" Target="../slideLayouts/slideLayout82.xml"/><Relationship Id="rId42" Type="http://schemas.openxmlformats.org/officeDocument/2006/relationships/theme" Target="../theme/theme2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Medium"/>
              <a:buChar char="●"/>
              <a:defRPr sz="18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●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●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2897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4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2327" name="Google Shape;2327;p43"/>
          <p:cNvSpPr txBox="1"/>
          <p:nvPr>
            <p:ph idx="1" type="body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Medium"/>
              <a:buChar char="●"/>
              <a:defRPr sz="18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●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●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22" r:id="rId34"/>
    <p:sldLayoutId id="2147483723" r:id="rId35"/>
    <p:sldLayoutId id="2147483724" r:id="rId36"/>
    <p:sldLayoutId id="2147483725" r:id="rId37"/>
    <p:sldLayoutId id="2147483726" r:id="rId38"/>
    <p:sldLayoutId id="2147483727" r:id="rId39"/>
    <p:sldLayoutId id="2147483728" r:id="rId40"/>
    <p:sldLayoutId id="214748372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2897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4" name="Shape 4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5" name="Google Shape;4605;p85"/>
          <p:cNvSpPr txBox="1"/>
          <p:nvPr>
            <p:ph type="ctrTitle"/>
          </p:nvPr>
        </p:nvSpPr>
        <p:spPr>
          <a:xfrm>
            <a:off x="739463" y="1364627"/>
            <a:ext cx="3848100" cy="19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2"/>
                </a:solidFill>
              </a:rPr>
              <a:t>MACHINE</a:t>
            </a:r>
            <a:r>
              <a:rPr lang="en" sz="5700">
                <a:solidFill>
                  <a:schemeClr val="accent2"/>
                </a:solidFill>
              </a:rPr>
              <a:t> </a:t>
            </a:r>
            <a:r>
              <a:rPr lang="en" sz="4200"/>
              <a:t>TRANSLATION</a:t>
            </a:r>
            <a:endParaRPr sz="4200"/>
          </a:p>
        </p:txBody>
      </p:sp>
      <p:sp>
        <p:nvSpPr>
          <p:cNvPr id="4606" name="Google Shape;4606;p85"/>
          <p:cNvSpPr txBox="1"/>
          <p:nvPr>
            <p:ph idx="1" type="subTitle"/>
          </p:nvPr>
        </p:nvSpPr>
        <p:spPr>
          <a:xfrm>
            <a:off x="739475" y="3418527"/>
            <a:ext cx="3848100" cy="43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Tareas Avanzadas en PLN</a:t>
            </a:r>
            <a:endParaRPr/>
          </a:p>
        </p:txBody>
      </p:sp>
      <p:grpSp>
        <p:nvGrpSpPr>
          <p:cNvPr id="4607" name="Google Shape;4607;p85"/>
          <p:cNvGrpSpPr/>
          <p:nvPr/>
        </p:nvGrpSpPr>
        <p:grpSpPr>
          <a:xfrm>
            <a:off x="5632800" y="893650"/>
            <a:ext cx="1112500" cy="944200"/>
            <a:chOff x="6064225" y="1470325"/>
            <a:chExt cx="1112500" cy="944200"/>
          </a:xfrm>
        </p:grpSpPr>
        <p:sp>
          <p:nvSpPr>
            <p:cNvPr id="4608" name="Google Shape;4608;p85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85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0" name="Google Shape;4610;p85"/>
          <p:cNvGrpSpPr/>
          <p:nvPr/>
        </p:nvGrpSpPr>
        <p:grpSpPr>
          <a:xfrm>
            <a:off x="6809275" y="448525"/>
            <a:ext cx="1112525" cy="916100"/>
            <a:chOff x="7315125" y="1121525"/>
            <a:chExt cx="1112525" cy="916100"/>
          </a:xfrm>
        </p:grpSpPr>
        <p:sp>
          <p:nvSpPr>
            <p:cNvPr id="4611" name="Google Shape;4611;p85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2" name="Google Shape;4612;p85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3" name="Google Shape;4613;p85"/>
          <p:cNvGrpSpPr/>
          <p:nvPr/>
        </p:nvGrpSpPr>
        <p:grpSpPr>
          <a:xfrm>
            <a:off x="6460671" y="1758218"/>
            <a:ext cx="2599240" cy="3400995"/>
            <a:chOff x="3218400" y="2199975"/>
            <a:chExt cx="2316200" cy="3030650"/>
          </a:xfrm>
        </p:grpSpPr>
        <p:sp>
          <p:nvSpPr>
            <p:cNvPr id="4614" name="Google Shape;4614;p85"/>
            <p:cNvSpPr/>
            <p:nvPr/>
          </p:nvSpPr>
          <p:spPr>
            <a:xfrm>
              <a:off x="4281500" y="2406850"/>
              <a:ext cx="711275" cy="1303600"/>
            </a:xfrm>
            <a:custGeom>
              <a:rect b="b" l="l" r="r" t="t"/>
              <a:pathLst>
                <a:path extrusionOk="0" h="52144" w="28451">
                  <a:moveTo>
                    <a:pt x="14590" y="1"/>
                  </a:moveTo>
                  <a:cubicBezTo>
                    <a:pt x="5077" y="1"/>
                    <a:pt x="1" y="6354"/>
                    <a:pt x="1" y="13284"/>
                  </a:cubicBezTo>
                  <a:lnTo>
                    <a:pt x="1" y="34652"/>
                  </a:lnTo>
                  <a:cubicBezTo>
                    <a:pt x="1" y="37560"/>
                    <a:pt x="3590" y="42250"/>
                    <a:pt x="12235" y="42250"/>
                  </a:cubicBezTo>
                  <a:cubicBezTo>
                    <a:pt x="12625" y="42250"/>
                    <a:pt x="13025" y="42240"/>
                    <a:pt x="13435" y="42220"/>
                  </a:cubicBezTo>
                  <a:lnTo>
                    <a:pt x="13435" y="50518"/>
                  </a:lnTo>
                  <a:cubicBezTo>
                    <a:pt x="13435" y="51621"/>
                    <a:pt x="15336" y="52143"/>
                    <a:pt x="17785" y="52143"/>
                  </a:cubicBezTo>
                  <a:cubicBezTo>
                    <a:pt x="22219" y="52143"/>
                    <a:pt x="28451" y="50432"/>
                    <a:pt x="28451" y="47357"/>
                  </a:cubicBezTo>
                  <a:lnTo>
                    <a:pt x="28451" y="11247"/>
                  </a:lnTo>
                  <a:cubicBezTo>
                    <a:pt x="28451" y="7934"/>
                    <a:pt x="24135" y="1"/>
                    <a:pt x="14590" y="1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5" name="Google Shape;4615;p85"/>
            <p:cNvSpPr/>
            <p:nvPr/>
          </p:nvSpPr>
          <p:spPr>
            <a:xfrm>
              <a:off x="4105975" y="2199975"/>
              <a:ext cx="1193050" cy="1156000"/>
            </a:xfrm>
            <a:custGeom>
              <a:rect b="b" l="l" r="r" t="t"/>
              <a:pathLst>
                <a:path extrusionOk="0" h="46240" w="47722">
                  <a:moveTo>
                    <a:pt x="23776" y="1"/>
                  </a:moveTo>
                  <a:cubicBezTo>
                    <a:pt x="16347" y="1"/>
                    <a:pt x="7947" y="3101"/>
                    <a:pt x="2827" y="10860"/>
                  </a:cubicBezTo>
                  <a:cubicBezTo>
                    <a:pt x="0" y="15145"/>
                    <a:pt x="1915" y="18003"/>
                    <a:pt x="3526" y="19370"/>
                  </a:cubicBezTo>
                  <a:cubicBezTo>
                    <a:pt x="4195" y="19938"/>
                    <a:pt x="5051" y="20312"/>
                    <a:pt x="6071" y="20312"/>
                  </a:cubicBezTo>
                  <a:cubicBezTo>
                    <a:pt x="7508" y="20312"/>
                    <a:pt x="9268" y="19569"/>
                    <a:pt x="11277" y="17577"/>
                  </a:cubicBezTo>
                  <a:cubicBezTo>
                    <a:pt x="12034" y="16840"/>
                    <a:pt x="12838" y="16532"/>
                    <a:pt x="13601" y="16532"/>
                  </a:cubicBezTo>
                  <a:cubicBezTo>
                    <a:pt x="15136" y="16532"/>
                    <a:pt x="16504" y="17777"/>
                    <a:pt x="16991" y="19279"/>
                  </a:cubicBezTo>
                  <a:cubicBezTo>
                    <a:pt x="17326" y="20297"/>
                    <a:pt x="18491" y="20815"/>
                    <a:pt x="19634" y="20815"/>
                  </a:cubicBezTo>
                  <a:cubicBezTo>
                    <a:pt x="20985" y="20815"/>
                    <a:pt x="22304" y="20092"/>
                    <a:pt x="22189" y="18610"/>
                  </a:cubicBezTo>
                  <a:cubicBezTo>
                    <a:pt x="22012" y="16329"/>
                    <a:pt x="24393" y="14491"/>
                    <a:pt x="26264" y="14491"/>
                  </a:cubicBezTo>
                  <a:cubicBezTo>
                    <a:pt x="26636" y="14491"/>
                    <a:pt x="26988" y="14563"/>
                    <a:pt x="27295" y="14720"/>
                  </a:cubicBezTo>
                  <a:cubicBezTo>
                    <a:pt x="29150" y="15662"/>
                    <a:pt x="29636" y="17455"/>
                    <a:pt x="27812" y="19917"/>
                  </a:cubicBezTo>
                  <a:cubicBezTo>
                    <a:pt x="26019" y="22379"/>
                    <a:pt x="29210" y="24325"/>
                    <a:pt x="32432" y="24386"/>
                  </a:cubicBezTo>
                  <a:cubicBezTo>
                    <a:pt x="35685" y="24477"/>
                    <a:pt x="35472" y="29097"/>
                    <a:pt x="35472" y="29097"/>
                  </a:cubicBezTo>
                  <a:lnTo>
                    <a:pt x="35472" y="46240"/>
                  </a:lnTo>
                  <a:cubicBezTo>
                    <a:pt x="35472" y="46240"/>
                    <a:pt x="41764" y="45176"/>
                    <a:pt x="44317" y="39462"/>
                  </a:cubicBezTo>
                  <a:cubicBezTo>
                    <a:pt x="45411" y="37061"/>
                    <a:pt x="47387" y="31103"/>
                    <a:pt x="47569" y="20191"/>
                  </a:cubicBezTo>
                  <a:cubicBezTo>
                    <a:pt x="47721" y="8276"/>
                    <a:pt x="38724" y="7182"/>
                    <a:pt x="38724" y="7182"/>
                  </a:cubicBezTo>
                  <a:cubicBezTo>
                    <a:pt x="37132" y="2852"/>
                    <a:pt x="30900" y="1"/>
                    <a:pt x="23776" y="1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6" name="Google Shape;4616;p85"/>
            <p:cNvSpPr/>
            <p:nvPr/>
          </p:nvSpPr>
          <p:spPr>
            <a:xfrm>
              <a:off x="3218400" y="3283000"/>
              <a:ext cx="518275" cy="572225"/>
            </a:xfrm>
            <a:custGeom>
              <a:rect b="b" l="l" r="r" t="t"/>
              <a:pathLst>
                <a:path extrusionOk="0" h="22889" w="20731">
                  <a:moveTo>
                    <a:pt x="10359" y="1"/>
                  </a:moveTo>
                  <a:cubicBezTo>
                    <a:pt x="10310" y="1"/>
                    <a:pt x="10261" y="11"/>
                    <a:pt x="10214" y="31"/>
                  </a:cubicBezTo>
                  <a:cubicBezTo>
                    <a:pt x="8664" y="700"/>
                    <a:pt x="11035" y="8086"/>
                    <a:pt x="11035" y="8086"/>
                  </a:cubicBezTo>
                  <a:cubicBezTo>
                    <a:pt x="11035" y="8086"/>
                    <a:pt x="6556" y="427"/>
                    <a:pt x="4972" y="427"/>
                  </a:cubicBezTo>
                  <a:cubicBezTo>
                    <a:pt x="4860" y="427"/>
                    <a:pt x="4762" y="466"/>
                    <a:pt x="4682" y="548"/>
                  </a:cubicBezTo>
                  <a:cubicBezTo>
                    <a:pt x="3466" y="1825"/>
                    <a:pt x="9545" y="9940"/>
                    <a:pt x="9545" y="9940"/>
                  </a:cubicBezTo>
                  <a:cubicBezTo>
                    <a:pt x="9545" y="9940"/>
                    <a:pt x="4216" y="4563"/>
                    <a:pt x="2550" y="4563"/>
                  </a:cubicBezTo>
                  <a:cubicBezTo>
                    <a:pt x="2354" y="4563"/>
                    <a:pt x="2209" y="4637"/>
                    <a:pt x="2129" y="4804"/>
                  </a:cubicBezTo>
                  <a:cubicBezTo>
                    <a:pt x="1369" y="6384"/>
                    <a:pt x="7965" y="12038"/>
                    <a:pt x="7965" y="12038"/>
                  </a:cubicBezTo>
                  <a:cubicBezTo>
                    <a:pt x="7965" y="12038"/>
                    <a:pt x="2672" y="8733"/>
                    <a:pt x="975" y="8733"/>
                  </a:cubicBezTo>
                  <a:cubicBezTo>
                    <a:pt x="725" y="8733"/>
                    <a:pt x="553" y="8804"/>
                    <a:pt x="487" y="8968"/>
                  </a:cubicBezTo>
                  <a:cubicBezTo>
                    <a:pt x="1" y="10214"/>
                    <a:pt x="3709" y="12585"/>
                    <a:pt x="7235" y="15168"/>
                  </a:cubicBezTo>
                  <a:cubicBezTo>
                    <a:pt x="10761" y="17722"/>
                    <a:pt x="11643" y="22889"/>
                    <a:pt x="11643" y="22889"/>
                  </a:cubicBezTo>
                  <a:lnTo>
                    <a:pt x="20731" y="18968"/>
                  </a:lnTo>
                  <a:cubicBezTo>
                    <a:pt x="20731" y="18968"/>
                    <a:pt x="19819" y="17387"/>
                    <a:pt x="18664" y="14105"/>
                  </a:cubicBezTo>
                  <a:cubicBezTo>
                    <a:pt x="17509" y="10822"/>
                    <a:pt x="18907" y="3041"/>
                    <a:pt x="17235" y="3041"/>
                  </a:cubicBezTo>
                  <a:cubicBezTo>
                    <a:pt x="17231" y="3041"/>
                    <a:pt x="17226" y="3040"/>
                    <a:pt x="17222" y="3040"/>
                  </a:cubicBezTo>
                  <a:cubicBezTo>
                    <a:pt x="15565" y="3040"/>
                    <a:pt x="15774" y="8665"/>
                    <a:pt x="14925" y="9302"/>
                  </a:cubicBezTo>
                  <a:cubicBezTo>
                    <a:pt x="14900" y="9321"/>
                    <a:pt x="14874" y="9330"/>
                    <a:pt x="14847" y="9330"/>
                  </a:cubicBezTo>
                  <a:cubicBezTo>
                    <a:pt x="13968" y="9330"/>
                    <a:pt x="11858" y="1"/>
                    <a:pt x="10359" y="1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85"/>
            <p:cNvSpPr/>
            <p:nvPr/>
          </p:nvSpPr>
          <p:spPr>
            <a:xfrm>
              <a:off x="3444100" y="3670550"/>
              <a:ext cx="962050" cy="1222050"/>
            </a:xfrm>
            <a:custGeom>
              <a:rect b="b" l="l" r="r" t="t"/>
              <a:pathLst>
                <a:path extrusionOk="0" h="48882" w="38482">
                  <a:moveTo>
                    <a:pt x="12280" y="1"/>
                  </a:moveTo>
                  <a:lnTo>
                    <a:pt x="0" y="5411"/>
                  </a:lnTo>
                  <a:cubicBezTo>
                    <a:pt x="0" y="5411"/>
                    <a:pt x="8815" y="41430"/>
                    <a:pt x="15168" y="47509"/>
                  </a:cubicBezTo>
                  <a:cubicBezTo>
                    <a:pt x="16181" y="48474"/>
                    <a:pt x="17431" y="48881"/>
                    <a:pt x="18816" y="48881"/>
                  </a:cubicBezTo>
                  <a:cubicBezTo>
                    <a:pt x="26110" y="48881"/>
                    <a:pt x="37136" y="37575"/>
                    <a:pt x="36931" y="36962"/>
                  </a:cubicBezTo>
                  <a:cubicBezTo>
                    <a:pt x="36688" y="36232"/>
                    <a:pt x="38481" y="2312"/>
                    <a:pt x="38481" y="2311"/>
                  </a:cubicBezTo>
                  <a:lnTo>
                    <a:pt x="38481" y="2311"/>
                  </a:lnTo>
                  <a:cubicBezTo>
                    <a:pt x="38481" y="2311"/>
                    <a:pt x="29910" y="9971"/>
                    <a:pt x="19910" y="23952"/>
                  </a:cubicBezTo>
                  <a:cubicBezTo>
                    <a:pt x="19910" y="23952"/>
                    <a:pt x="13010" y="1004"/>
                    <a:pt x="12280" y="1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8" name="Google Shape;4618;p85"/>
            <p:cNvSpPr/>
            <p:nvPr/>
          </p:nvSpPr>
          <p:spPr>
            <a:xfrm>
              <a:off x="3241975" y="3602500"/>
              <a:ext cx="606075" cy="286025"/>
            </a:xfrm>
            <a:custGeom>
              <a:rect b="b" l="l" r="r" t="t"/>
              <a:pathLst>
                <a:path extrusionOk="0" h="11441" w="24243">
                  <a:moveTo>
                    <a:pt x="20742" y="0"/>
                  </a:moveTo>
                  <a:cubicBezTo>
                    <a:pt x="20494" y="0"/>
                    <a:pt x="20199" y="43"/>
                    <a:pt x="19849" y="139"/>
                  </a:cubicBezTo>
                  <a:cubicBezTo>
                    <a:pt x="16718" y="1021"/>
                    <a:pt x="0" y="6127"/>
                    <a:pt x="6535" y="8164"/>
                  </a:cubicBezTo>
                  <a:cubicBezTo>
                    <a:pt x="6535" y="8164"/>
                    <a:pt x="4225" y="10990"/>
                    <a:pt x="7022" y="11416"/>
                  </a:cubicBezTo>
                  <a:cubicBezTo>
                    <a:pt x="7131" y="11433"/>
                    <a:pt x="7260" y="11441"/>
                    <a:pt x="7405" y="11441"/>
                  </a:cubicBezTo>
                  <a:cubicBezTo>
                    <a:pt x="10913" y="11441"/>
                    <a:pt x="24243" y="6658"/>
                    <a:pt x="23922" y="4790"/>
                  </a:cubicBezTo>
                  <a:cubicBezTo>
                    <a:pt x="23557" y="2844"/>
                    <a:pt x="21733" y="2632"/>
                    <a:pt x="21733" y="2632"/>
                  </a:cubicBezTo>
                  <a:cubicBezTo>
                    <a:pt x="21733" y="2632"/>
                    <a:pt x="22690" y="0"/>
                    <a:pt x="20742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9" name="Google Shape;4619;p85"/>
            <p:cNvSpPr/>
            <p:nvPr/>
          </p:nvSpPr>
          <p:spPr>
            <a:xfrm>
              <a:off x="4228300" y="3610525"/>
              <a:ext cx="1306300" cy="1615550"/>
            </a:xfrm>
            <a:custGeom>
              <a:rect b="b" l="l" r="r" t="t"/>
              <a:pathLst>
                <a:path extrusionOk="0" h="64622" w="52252">
                  <a:moveTo>
                    <a:pt x="22250" y="1"/>
                  </a:moveTo>
                  <a:cubicBezTo>
                    <a:pt x="1581" y="1"/>
                    <a:pt x="1" y="16323"/>
                    <a:pt x="1" y="25411"/>
                  </a:cubicBezTo>
                  <a:lnTo>
                    <a:pt x="1" y="64622"/>
                  </a:lnTo>
                  <a:lnTo>
                    <a:pt x="48087" y="64622"/>
                  </a:lnTo>
                  <a:cubicBezTo>
                    <a:pt x="48087" y="64622"/>
                    <a:pt x="52251" y="36536"/>
                    <a:pt x="48087" y="19788"/>
                  </a:cubicBezTo>
                  <a:cubicBezTo>
                    <a:pt x="43892" y="3040"/>
                    <a:pt x="29758" y="1"/>
                    <a:pt x="22250" y="1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85"/>
            <p:cNvSpPr/>
            <p:nvPr/>
          </p:nvSpPr>
          <p:spPr>
            <a:xfrm>
              <a:off x="4223750" y="4030600"/>
              <a:ext cx="1211300" cy="1200025"/>
            </a:xfrm>
            <a:custGeom>
              <a:rect b="b" l="l" r="r" t="t"/>
              <a:pathLst>
                <a:path extrusionOk="0" h="48001" w="48452">
                  <a:moveTo>
                    <a:pt x="865" y="0"/>
                  </a:moveTo>
                  <a:cubicBezTo>
                    <a:pt x="767" y="0"/>
                    <a:pt x="695" y="79"/>
                    <a:pt x="669" y="158"/>
                  </a:cubicBezTo>
                  <a:cubicBezTo>
                    <a:pt x="61" y="3441"/>
                    <a:pt x="0" y="6541"/>
                    <a:pt x="0" y="8608"/>
                  </a:cubicBezTo>
                  <a:lnTo>
                    <a:pt x="0" y="48001"/>
                  </a:lnTo>
                  <a:lnTo>
                    <a:pt x="48269" y="48001"/>
                  </a:lnTo>
                  <a:cubicBezTo>
                    <a:pt x="48360" y="48001"/>
                    <a:pt x="48451" y="47910"/>
                    <a:pt x="48451" y="47819"/>
                  </a:cubicBezTo>
                  <a:cubicBezTo>
                    <a:pt x="48451" y="47697"/>
                    <a:pt x="48360" y="47636"/>
                    <a:pt x="48269" y="47636"/>
                  </a:cubicBezTo>
                  <a:lnTo>
                    <a:pt x="365" y="47636"/>
                  </a:lnTo>
                  <a:lnTo>
                    <a:pt x="365" y="8608"/>
                  </a:lnTo>
                  <a:cubicBezTo>
                    <a:pt x="365" y="6572"/>
                    <a:pt x="456" y="3471"/>
                    <a:pt x="1064" y="219"/>
                  </a:cubicBezTo>
                  <a:cubicBezTo>
                    <a:pt x="1064" y="128"/>
                    <a:pt x="1004" y="37"/>
                    <a:pt x="912" y="6"/>
                  </a:cubicBezTo>
                  <a:cubicBezTo>
                    <a:pt x="896" y="2"/>
                    <a:pt x="880" y="0"/>
                    <a:pt x="865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85"/>
            <p:cNvSpPr/>
            <p:nvPr/>
          </p:nvSpPr>
          <p:spPr>
            <a:xfrm>
              <a:off x="4358250" y="3474525"/>
              <a:ext cx="908850" cy="331375"/>
            </a:xfrm>
            <a:custGeom>
              <a:rect b="b" l="l" r="r" t="t"/>
              <a:pathLst>
                <a:path extrusionOk="0" h="13255" w="36354">
                  <a:moveTo>
                    <a:pt x="28015" y="0"/>
                  </a:moveTo>
                  <a:cubicBezTo>
                    <a:pt x="25512" y="0"/>
                    <a:pt x="22021" y="2708"/>
                    <a:pt x="14955" y="3039"/>
                  </a:cubicBezTo>
                  <a:cubicBezTo>
                    <a:pt x="14649" y="3053"/>
                    <a:pt x="14351" y="3059"/>
                    <a:pt x="14059" y="3059"/>
                  </a:cubicBezTo>
                  <a:cubicBezTo>
                    <a:pt x="8160" y="3059"/>
                    <a:pt x="5060" y="482"/>
                    <a:pt x="3426" y="482"/>
                  </a:cubicBezTo>
                  <a:cubicBezTo>
                    <a:pt x="2914" y="482"/>
                    <a:pt x="2546" y="734"/>
                    <a:pt x="2280" y="1398"/>
                  </a:cubicBezTo>
                  <a:cubicBezTo>
                    <a:pt x="1125" y="4285"/>
                    <a:pt x="3922" y="6778"/>
                    <a:pt x="3922" y="6778"/>
                  </a:cubicBezTo>
                  <a:cubicBezTo>
                    <a:pt x="3922" y="6778"/>
                    <a:pt x="1" y="8024"/>
                    <a:pt x="943" y="9422"/>
                  </a:cubicBezTo>
                  <a:cubicBezTo>
                    <a:pt x="1682" y="10543"/>
                    <a:pt x="8616" y="13255"/>
                    <a:pt x="17235" y="13255"/>
                  </a:cubicBezTo>
                  <a:cubicBezTo>
                    <a:pt x="19601" y="13255"/>
                    <a:pt x="22094" y="13051"/>
                    <a:pt x="24621" y="12553"/>
                  </a:cubicBezTo>
                  <a:cubicBezTo>
                    <a:pt x="36354" y="10243"/>
                    <a:pt x="31369" y="6383"/>
                    <a:pt x="28633" y="5805"/>
                  </a:cubicBezTo>
                  <a:cubicBezTo>
                    <a:pt x="28633" y="5805"/>
                    <a:pt x="33649" y="2675"/>
                    <a:pt x="29363" y="334"/>
                  </a:cubicBezTo>
                  <a:cubicBezTo>
                    <a:pt x="28938" y="99"/>
                    <a:pt x="28494" y="0"/>
                    <a:pt x="28015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85"/>
            <p:cNvSpPr/>
            <p:nvPr/>
          </p:nvSpPr>
          <p:spPr>
            <a:xfrm>
              <a:off x="5083950" y="4563425"/>
              <a:ext cx="448350" cy="667200"/>
            </a:xfrm>
            <a:custGeom>
              <a:rect b="b" l="l" r="r" t="t"/>
              <a:pathLst>
                <a:path extrusionOk="0" h="26688" w="17934">
                  <a:moveTo>
                    <a:pt x="1338" y="1"/>
                  </a:moveTo>
                  <a:cubicBezTo>
                    <a:pt x="1247" y="1"/>
                    <a:pt x="1155" y="61"/>
                    <a:pt x="1125" y="183"/>
                  </a:cubicBezTo>
                  <a:cubicBezTo>
                    <a:pt x="304" y="11885"/>
                    <a:pt x="0" y="20730"/>
                    <a:pt x="244" y="26506"/>
                  </a:cubicBezTo>
                  <a:lnTo>
                    <a:pt x="244" y="26688"/>
                  </a:lnTo>
                  <a:lnTo>
                    <a:pt x="17751" y="26688"/>
                  </a:lnTo>
                  <a:cubicBezTo>
                    <a:pt x="17843" y="26688"/>
                    <a:pt x="17934" y="26597"/>
                    <a:pt x="17934" y="26506"/>
                  </a:cubicBezTo>
                  <a:cubicBezTo>
                    <a:pt x="17934" y="26384"/>
                    <a:pt x="17843" y="26323"/>
                    <a:pt x="17751" y="26323"/>
                  </a:cubicBezTo>
                  <a:lnTo>
                    <a:pt x="608" y="26323"/>
                  </a:lnTo>
                  <a:cubicBezTo>
                    <a:pt x="396" y="20548"/>
                    <a:pt x="700" y="11764"/>
                    <a:pt x="1520" y="213"/>
                  </a:cubicBezTo>
                  <a:cubicBezTo>
                    <a:pt x="1520" y="92"/>
                    <a:pt x="1459" y="1"/>
                    <a:pt x="1338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85"/>
            <p:cNvSpPr/>
            <p:nvPr/>
          </p:nvSpPr>
          <p:spPr>
            <a:xfrm>
              <a:off x="4419950" y="2819950"/>
              <a:ext cx="81950" cy="281475"/>
            </a:xfrm>
            <a:custGeom>
              <a:rect b="b" l="l" r="r" t="t"/>
              <a:pathLst>
                <a:path extrusionOk="0" h="11259" w="3278">
                  <a:moveTo>
                    <a:pt x="306" y="1"/>
                  </a:moveTo>
                  <a:cubicBezTo>
                    <a:pt x="149" y="1"/>
                    <a:pt x="1" y="215"/>
                    <a:pt x="116" y="377"/>
                  </a:cubicBezTo>
                  <a:cubicBezTo>
                    <a:pt x="1058" y="1562"/>
                    <a:pt x="1940" y="2748"/>
                    <a:pt x="2122" y="4298"/>
                  </a:cubicBezTo>
                  <a:cubicBezTo>
                    <a:pt x="2274" y="5696"/>
                    <a:pt x="1271" y="6456"/>
                    <a:pt x="846" y="7672"/>
                  </a:cubicBezTo>
                  <a:cubicBezTo>
                    <a:pt x="207" y="9465"/>
                    <a:pt x="1089" y="11046"/>
                    <a:pt x="3004" y="11258"/>
                  </a:cubicBezTo>
                  <a:cubicBezTo>
                    <a:pt x="3277" y="11258"/>
                    <a:pt x="3277" y="10833"/>
                    <a:pt x="3004" y="10803"/>
                  </a:cubicBezTo>
                  <a:cubicBezTo>
                    <a:pt x="1514" y="10651"/>
                    <a:pt x="815" y="9526"/>
                    <a:pt x="1180" y="8067"/>
                  </a:cubicBezTo>
                  <a:cubicBezTo>
                    <a:pt x="1423" y="7033"/>
                    <a:pt x="2274" y="6304"/>
                    <a:pt x="2517" y="5271"/>
                  </a:cubicBezTo>
                  <a:cubicBezTo>
                    <a:pt x="2973" y="3325"/>
                    <a:pt x="1545" y="1502"/>
                    <a:pt x="450" y="73"/>
                  </a:cubicBezTo>
                  <a:cubicBezTo>
                    <a:pt x="407" y="22"/>
                    <a:pt x="356" y="1"/>
                    <a:pt x="306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85"/>
            <p:cNvSpPr/>
            <p:nvPr/>
          </p:nvSpPr>
          <p:spPr>
            <a:xfrm>
              <a:off x="4451725" y="3112050"/>
              <a:ext cx="107150" cy="68075"/>
            </a:xfrm>
            <a:custGeom>
              <a:rect b="b" l="l" r="r" t="t"/>
              <a:pathLst>
                <a:path extrusionOk="0" h="2723" w="4286">
                  <a:moveTo>
                    <a:pt x="4256" y="0"/>
                  </a:moveTo>
                  <a:lnTo>
                    <a:pt x="4256" y="0"/>
                  </a:lnTo>
                  <a:cubicBezTo>
                    <a:pt x="2797" y="152"/>
                    <a:pt x="1398" y="486"/>
                    <a:pt x="61" y="1094"/>
                  </a:cubicBezTo>
                  <a:cubicBezTo>
                    <a:pt x="0" y="1368"/>
                    <a:pt x="335" y="1702"/>
                    <a:pt x="608" y="1976"/>
                  </a:cubicBezTo>
                  <a:cubicBezTo>
                    <a:pt x="1032" y="2455"/>
                    <a:pt x="1613" y="2722"/>
                    <a:pt x="2201" y="2722"/>
                  </a:cubicBezTo>
                  <a:cubicBezTo>
                    <a:pt x="2582" y="2722"/>
                    <a:pt x="2967" y="2610"/>
                    <a:pt x="3313" y="2371"/>
                  </a:cubicBezTo>
                  <a:cubicBezTo>
                    <a:pt x="4043" y="1854"/>
                    <a:pt x="4286" y="851"/>
                    <a:pt x="42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85"/>
            <p:cNvSpPr/>
            <p:nvPr/>
          </p:nvSpPr>
          <p:spPr>
            <a:xfrm>
              <a:off x="4350650" y="2950950"/>
              <a:ext cx="43350" cy="82075"/>
            </a:xfrm>
            <a:custGeom>
              <a:rect b="b" l="l" r="r" t="t"/>
              <a:pathLst>
                <a:path extrusionOk="0" h="3283" w="1734">
                  <a:moveTo>
                    <a:pt x="852" y="0"/>
                  </a:moveTo>
                  <a:cubicBezTo>
                    <a:pt x="396" y="0"/>
                    <a:pt x="1" y="760"/>
                    <a:pt x="1" y="1642"/>
                  </a:cubicBezTo>
                  <a:cubicBezTo>
                    <a:pt x="1" y="2553"/>
                    <a:pt x="396" y="3283"/>
                    <a:pt x="852" y="3283"/>
                  </a:cubicBezTo>
                  <a:cubicBezTo>
                    <a:pt x="1338" y="3283"/>
                    <a:pt x="1733" y="2553"/>
                    <a:pt x="1733" y="1642"/>
                  </a:cubicBezTo>
                  <a:cubicBezTo>
                    <a:pt x="1733" y="760"/>
                    <a:pt x="1338" y="0"/>
                    <a:pt x="85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85"/>
            <p:cNvSpPr/>
            <p:nvPr/>
          </p:nvSpPr>
          <p:spPr>
            <a:xfrm>
              <a:off x="4593825" y="2958550"/>
              <a:ext cx="43325" cy="82075"/>
            </a:xfrm>
            <a:custGeom>
              <a:rect b="b" l="l" r="r" t="t"/>
              <a:pathLst>
                <a:path extrusionOk="0" h="3283" w="1733">
                  <a:moveTo>
                    <a:pt x="882" y="0"/>
                  </a:moveTo>
                  <a:cubicBezTo>
                    <a:pt x="395" y="0"/>
                    <a:pt x="0" y="760"/>
                    <a:pt x="0" y="1641"/>
                  </a:cubicBezTo>
                  <a:cubicBezTo>
                    <a:pt x="0" y="2553"/>
                    <a:pt x="395" y="3283"/>
                    <a:pt x="882" y="3283"/>
                  </a:cubicBezTo>
                  <a:cubicBezTo>
                    <a:pt x="1338" y="3283"/>
                    <a:pt x="1733" y="2553"/>
                    <a:pt x="1733" y="1641"/>
                  </a:cubicBezTo>
                  <a:cubicBezTo>
                    <a:pt x="1733" y="760"/>
                    <a:pt x="1338" y="0"/>
                    <a:pt x="88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85"/>
            <p:cNvSpPr/>
            <p:nvPr/>
          </p:nvSpPr>
          <p:spPr>
            <a:xfrm>
              <a:off x="4236675" y="2794975"/>
              <a:ext cx="161125" cy="83375"/>
            </a:xfrm>
            <a:custGeom>
              <a:rect b="b" l="l" r="r" t="t"/>
              <a:pathLst>
                <a:path extrusionOk="0" h="3335" w="6445">
                  <a:moveTo>
                    <a:pt x="4178" y="0"/>
                  </a:moveTo>
                  <a:cubicBezTo>
                    <a:pt x="3766" y="0"/>
                    <a:pt x="3317" y="51"/>
                    <a:pt x="2857" y="160"/>
                  </a:cubicBezTo>
                  <a:cubicBezTo>
                    <a:pt x="1186" y="555"/>
                    <a:pt x="0" y="1558"/>
                    <a:pt x="213" y="2409"/>
                  </a:cubicBezTo>
                  <a:cubicBezTo>
                    <a:pt x="365" y="2997"/>
                    <a:pt x="1171" y="3335"/>
                    <a:pt x="2230" y="3335"/>
                  </a:cubicBezTo>
                  <a:cubicBezTo>
                    <a:pt x="2651" y="3335"/>
                    <a:pt x="3112" y="3282"/>
                    <a:pt x="3587" y="3169"/>
                  </a:cubicBezTo>
                  <a:cubicBezTo>
                    <a:pt x="5259" y="2774"/>
                    <a:pt x="6444" y="1771"/>
                    <a:pt x="6231" y="950"/>
                  </a:cubicBezTo>
                  <a:cubicBezTo>
                    <a:pt x="6099" y="355"/>
                    <a:pt x="5264" y="0"/>
                    <a:pt x="4178" y="0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85"/>
            <p:cNvSpPr/>
            <p:nvPr/>
          </p:nvSpPr>
          <p:spPr>
            <a:xfrm>
              <a:off x="4574825" y="2798625"/>
              <a:ext cx="161125" cy="84025"/>
            </a:xfrm>
            <a:custGeom>
              <a:rect b="b" l="l" r="r" t="t"/>
              <a:pathLst>
                <a:path extrusionOk="0" h="3361" w="6445">
                  <a:moveTo>
                    <a:pt x="2244" y="0"/>
                  </a:moveTo>
                  <a:cubicBezTo>
                    <a:pt x="1187" y="0"/>
                    <a:pt x="365" y="339"/>
                    <a:pt x="213" y="926"/>
                  </a:cubicBezTo>
                  <a:cubicBezTo>
                    <a:pt x="0" y="1777"/>
                    <a:pt x="1186" y="2780"/>
                    <a:pt x="2857" y="3175"/>
                  </a:cubicBezTo>
                  <a:cubicBezTo>
                    <a:pt x="3343" y="3301"/>
                    <a:pt x="3818" y="3360"/>
                    <a:pt x="4251" y="3360"/>
                  </a:cubicBezTo>
                  <a:cubicBezTo>
                    <a:pt x="5283" y="3360"/>
                    <a:pt x="6082" y="3024"/>
                    <a:pt x="6231" y="2446"/>
                  </a:cubicBezTo>
                  <a:cubicBezTo>
                    <a:pt x="6444" y="1595"/>
                    <a:pt x="5259" y="592"/>
                    <a:pt x="3587" y="166"/>
                  </a:cubicBezTo>
                  <a:cubicBezTo>
                    <a:pt x="3120" y="54"/>
                    <a:pt x="2664" y="0"/>
                    <a:pt x="2244" y="0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85"/>
            <p:cNvSpPr/>
            <p:nvPr/>
          </p:nvSpPr>
          <p:spPr>
            <a:xfrm>
              <a:off x="4191825" y="2777675"/>
              <a:ext cx="255350" cy="297925"/>
            </a:xfrm>
            <a:custGeom>
              <a:rect b="b" l="l" r="r" t="t"/>
              <a:pathLst>
                <a:path extrusionOk="0" h="11917" w="10214">
                  <a:moveTo>
                    <a:pt x="5107" y="730"/>
                  </a:moveTo>
                  <a:cubicBezTo>
                    <a:pt x="7509" y="730"/>
                    <a:pt x="9454" y="3071"/>
                    <a:pt x="9454" y="5959"/>
                  </a:cubicBezTo>
                  <a:cubicBezTo>
                    <a:pt x="9454" y="8846"/>
                    <a:pt x="7509" y="11187"/>
                    <a:pt x="5107" y="11187"/>
                  </a:cubicBezTo>
                  <a:cubicBezTo>
                    <a:pt x="2706" y="11187"/>
                    <a:pt x="761" y="8846"/>
                    <a:pt x="761" y="5959"/>
                  </a:cubicBezTo>
                  <a:cubicBezTo>
                    <a:pt x="761" y="3071"/>
                    <a:pt x="2706" y="730"/>
                    <a:pt x="5107" y="730"/>
                  </a:cubicBezTo>
                  <a:close/>
                  <a:moveTo>
                    <a:pt x="5107" y="1"/>
                  </a:moveTo>
                  <a:cubicBezTo>
                    <a:pt x="2311" y="1"/>
                    <a:pt x="1" y="2676"/>
                    <a:pt x="1" y="5959"/>
                  </a:cubicBezTo>
                  <a:cubicBezTo>
                    <a:pt x="1" y="9241"/>
                    <a:pt x="2311" y="11916"/>
                    <a:pt x="5107" y="11916"/>
                  </a:cubicBezTo>
                  <a:cubicBezTo>
                    <a:pt x="7904" y="11916"/>
                    <a:pt x="10214" y="9241"/>
                    <a:pt x="10214" y="5959"/>
                  </a:cubicBezTo>
                  <a:cubicBezTo>
                    <a:pt x="10214" y="2676"/>
                    <a:pt x="7904" y="1"/>
                    <a:pt x="51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0" name="Google Shape;4630;p85"/>
            <p:cNvSpPr/>
            <p:nvPr/>
          </p:nvSpPr>
          <p:spPr>
            <a:xfrm>
              <a:off x="4517075" y="2780725"/>
              <a:ext cx="282700" cy="304750"/>
            </a:xfrm>
            <a:custGeom>
              <a:rect b="b" l="l" r="r" t="t"/>
              <a:pathLst>
                <a:path extrusionOk="0" h="12190" w="11308">
                  <a:moveTo>
                    <a:pt x="5654" y="791"/>
                  </a:moveTo>
                  <a:cubicBezTo>
                    <a:pt x="8329" y="791"/>
                    <a:pt x="10517" y="3162"/>
                    <a:pt x="10517" y="6080"/>
                  </a:cubicBezTo>
                  <a:cubicBezTo>
                    <a:pt x="10517" y="9028"/>
                    <a:pt x="8329" y="11399"/>
                    <a:pt x="5654" y="11399"/>
                  </a:cubicBezTo>
                  <a:cubicBezTo>
                    <a:pt x="2979" y="11399"/>
                    <a:pt x="790" y="9028"/>
                    <a:pt x="790" y="6080"/>
                  </a:cubicBezTo>
                  <a:cubicBezTo>
                    <a:pt x="790" y="3162"/>
                    <a:pt x="2979" y="791"/>
                    <a:pt x="5654" y="791"/>
                  </a:cubicBezTo>
                  <a:close/>
                  <a:moveTo>
                    <a:pt x="5654" y="1"/>
                  </a:moveTo>
                  <a:cubicBezTo>
                    <a:pt x="2523" y="1"/>
                    <a:pt x="0" y="2736"/>
                    <a:pt x="0" y="6080"/>
                  </a:cubicBezTo>
                  <a:cubicBezTo>
                    <a:pt x="0" y="9454"/>
                    <a:pt x="2523" y="12189"/>
                    <a:pt x="5654" y="12189"/>
                  </a:cubicBezTo>
                  <a:cubicBezTo>
                    <a:pt x="8785" y="12189"/>
                    <a:pt x="11307" y="9454"/>
                    <a:pt x="11307" y="6080"/>
                  </a:cubicBezTo>
                  <a:cubicBezTo>
                    <a:pt x="11307" y="2736"/>
                    <a:pt x="8785" y="1"/>
                    <a:pt x="56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1" name="Google Shape;4631;p85"/>
            <p:cNvSpPr/>
            <p:nvPr/>
          </p:nvSpPr>
          <p:spPr>
            <a:xfrm>
              <a:off x="4427200" y="2884550"/>
              <a:ext cx="102800" cy="57300"/>
            </a:xfrm>
            <a:custGeom>
              <a:rect b="b" l="l" r="r" t="t"/>
              <a:pathLst>
                <a:path extrusionOk="0" h="2292" w="4112">
                  <a:moveTo>
                    <a:pt x="2186" y="0"/>
                  </a:moveTo>
                  <a:cubicBezTo>
                    <a:pt x="1438" y="0"/>
                    <a:pt x="680" y="357"/>
                    <a:pt x="191" y="1106"/>
                  </a:cubicBezTo>
                  <a:cubicBezTo>
                    <a:pt x="1" y="1381"/>
                    <a:pt x="251" y="1641"/>
                    <a:pt x="514" y="1641"/>
                  </a:cubicBezTo>
                  <a:cubicBezTo>
                    <a:pt x="629" y="1641"/>
                    <a:pt x="746" y="1591"/>
                    <a:pt x="829" y="1471"/>
                  </a:cubicBezTo>
                  <a:cubicBezTo>
                    <a:pt x="1169" y="954"/>
                    <a:pt x="1676" y="715"/>
                    <a:pt x="2177" y="715"/>
                  </a:cubicBezTo>
                  <a:cubicBezTo>
                    <a:pt x="2885" y="715"/>
                    <a:pt x="3582" y="1194"/>
                    <a:pt x="3778" y="2048"/>
                  </a:cubicBezTo>
                  <a:cubicBezTo>
                    <a:pt x="3808" y="2231"/>
                    <a:pt x="3960" y="2291"/>
                    <a:pt x="4112" y="2291"/>
                  </a:cubicBezTo>
                  <a:cubicBezTo>
                    <a:pt x="4082" y="2261"/>
                    <a:pt x="4082" y="2231"/>
                    <a:pt x="4082" y="2200"/>
                  </a:cubicBezTo>
                  <a:cubicBezTo>
                    <a:pt x="3960" y="1805"/>
                    <a:pt x="3990" y="1380"/>
                    <a:pt x="4112" y="1015"/>
                  </a:cubicBezTo>
                  <a:cubicBezTo>
                    <a:pt x="3658" y="350"/>
                    <a:pt x="2927" y="0"/>
                    <a:pt x="2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2" name="Google Shape;4632;p85"/>
            <p:cNvSpPr/>
            <p:nvPr/>
          </p:nvSpPr>
          <p:spPr>
            <a:xfrm>
              <a:off x="4782275" y="2892275"/>
              <a:ext cx="344875" cy="98475"/>
            </a:xfrm>
            <a:custGeom>
              <a:rect b="b" l="l" r="r" t="t"/>
              <a:pathLst>
                <a:path extrusionOk="0" h="3939" w="13795">
                  <a:moveTo>
                    <a:pt x="7808" y="0"/>
                  </a:moveTo>
                  <a:cubicBezTo>
                    <a:pt x="5221" y="0"/>
                    <a:pt x="2528" y="365"/>
                    <a:pt x="0" y="767"/>
                  </a:cubicBezTo>
                  <a:cubicBezTo>
                    <a:pt x="91" y="1010"/>
                    <a:pt x="152" y="1253"/>
                    <a:pt x="183" y="1496"/>
                  </a:cubicBezTo>
                  <a:cubicBezTo>
                    <a:pt x="2219" y="1162"/>
                    <a:pt x="4256" y="979"/>
                    <a:pt x="6323" y="858"/>
                  </a:cubicBezTo>
                  <a:cubicBezTo>
                    <a:pt x="7326" y="827"/>
                    <a:pt x="8329" y="827"/>
                    <a:pt x="9332" y="827"/>
                  </a:cubicBezTo>
                  <a:cubicBezTo>
                    <a:pt x="11733" y="827"/>
                    <a:pt x="12463" y="1891"/>
                    <a:pt x="12918" y="3685"/>
                  </a:cubicBezTo>
                  <a:cubicBezTo>
                    <a:pt x="12954" y="3862"/>
                    <a:pt x="13100" y="3938"/>
                    <a:pt x="13260" y="3938"/>
                  </a:cubicBezTo>
                  <a:cubicBezTo>
                    <a:pt x="13510" y="3938"/>
                    <a:pt x="13795" y="3750"/>
                    <a:pt x="13739" y="3472"/>
                  </a:cubicBezTo>
                  <a:cubicBezTo>
                    <a:pt x="13253" y="1526"/>
                    <a:pt x="12371" y="311"/>
                    <a:pt x="10000" y="98"/>
                  </a:cubicBezTo>
                  <a:cubicBezTo>
                    <a:pt x="9283" y="30"/>
                    <a:pt x="8549" y="0"/>
                    <a:pt x="7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3" name="Google Shape;4633;p85"/>
            <p:cNvSpPr/>
            <p:nvPr/>
          </p:nvSpPr>
          <p:spPr>
            <a:xfrm>
              <a:off x="4992750" y="2905600"/>
              <a:ext cx="194400" cy="235275"/>
            </a:xfrm>
            <a:custGeom>
              <a:rect b="b" l="l" r="r" t="t"/>
              <a:pathLst>
                <a:path extrusionOk="0" h="9411" w="7776">
                  <a:moveTo>
                    <a:pt x="2672" y="1"/>
                  </a:moveTo>
                  <a:cubicBezTo>
                    <a:pt x="1230" y="1"/>
                    <a:pt x="1" y="872"/>
                    <a:pt x="1" y="872"/>
                  </a:cubicBezTo>
                  <a:lnTo>
                    <a:pt x="1" y="8988"/>
                  </a:lnTo>
                  <a:cubicBezTo>
                    <a:pt x="581" y="9277"/>
                    <a:pt x="1194" y="9411"/>
                    <a:pt x="1804" y="9411"/>
                  </a:cubicBezTo>
                  <a:cubicBezTo>
                    <a:pt x="4839" y="9411"/>
                    <a:pt x="7776" y="6107"/>
                    <a:pt x="5928" y="2361"/>
                  </a:cubicBezTo>
                  <a:cubicBezTo>
                    <a:pt x="5027" y="520"/>
                    <a:pt x="3786" y="1"/>
                    <a:pt x="2672" y="1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4" name="Google Shape;4634;p85"/>
          <p:cNvGrpSpPr/>
          <p:nvPr/>
        </p:nvGrpSpPr>
        <p:grpSpPr>
          <a:xfrm>
            <a:off x="4954600" y="2253165"/>
            <a:ext cx="1454820" cy="2906049"/>
            <a:chOff x="1647725" y="2641025"/>
            <a:chExt cx="1296400" cy="2589600"/>
          </a:xfrm>
        </p:grpSpPr>
        <p:sp>
          <p:nvSpPr>
            <p:cNvPr id="4635" name="Google Shape;4635;p85"/>
            <p:cNvSpPr/>
            <p:nvPr/>
          </p:nvSpPr>
          <p:spPr>
            <a:xfrm>
              <a:off x="2593775" y="4520875"/>
              <a:ext cx="350350" cy="705200"/>
            </a:xfrm>
            <a:custGeom>
              <a:rect b="b" l="l" r="r" t="t"/>
              <a:pathLst>
                <a:path extrusionOk="0" h="28208" w="14014">
                  <a:moveTo>
                    <a:pt x="10062" y="0"/>
                  </a:moveTo>
                  <a:lnTo>
                    <a:pt x="1" y="4985"/>
                  </a:lnTo>
                  <a:lnTo>
                    <a:pt x="1" y="28208"/>
                  </a:lnTo>
                  <a:lnTo>
                    <a:pt x="14013" y="28208"/>
                  </a:lnTo>
                  <a:lnTo>
                    <a:pt x="10062" y="0"/>
                  </a:ln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6" name="Google Shape;4636;p85"/>
            <p:cNvSpPr/>
            <p:nvPr/>
          </p:nvSpPr>
          <p:spPr>
            <a:xfrm>
              <a:off x="1692550" y="3893875"/>
              <a:ext cx="1179375" cy="1332200"/>
            </a:xfrm>
            <a:custGeom>
              <a:rect b="b" l="l" r="r" t="t"/>
              <a:pathLst>
                <a:path extrusionOk="0" h="53288" w="47175">
                  <a:moveTo>
                    <a:pt x="25213" y="1"/>
                  </a:moveTo>
                  <a:cubicBezTo>
                    <a:pt x="19610" y="1"/>
                    <a:pt x="4689" y="1555"/>
                    <a:pt x="2462" y="12132"/>
                  </a:cubicBezTo>
                  <a:cubicBezTo>
                    <a:pt x="0" y="23682"/>
                    <a:pt x="2979" y="53288"/>
                    <a:pt x="2979" y="53288"/>
                  </a:cubicBezTo>
                  <a:lnTo>
                    <a:pt x="40548" y="53288"/>
                  </a:lnTo>
                  <a:cubicBezTo>
                    <a:pt x="40548" y="53288"/>
                    <a:pt x="39515" y="37451"/>
                    <a:pt x="39940" y="36023"/>
                  </a:cubicBezTo>
                  <a:cubicBezTo>
                    <a:pt x="40366" y="34594"/>
                    <a:pt x="47175" y="26752"/>
                    <a:pt x="46719" y="21220"/>
                  </a:cubicBezTo>
                  <a:cubicBezTo>
                    <a:pt x="46293" y="15658"/>
                    <a:pt x="38694" y="3682"/>
                    <a:pt x="34986" y="1889"/>
                  </a:cubicBezTo>
                  <a:cubicBezTo>
                    <a:pt x="31278" y="65"/>
                    <a:pt x="26505" y="34"/>
                    <a:pt x="26505" y="34"/>
                  </a:cubicBezTo>
                  <a:cubicBezTo>
                    <a:pt x="26165" y="14"/>
                    <a:pt x="25728" y="1"/>
                    <a:pt x="25213" y="1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7" name="Google Shape;4637;p85"/>
            <p:cNvSpPr/>
            <p:nvPr/>
          </p:nvSpPr>
          <p:spPr>
            <a:xfrm>
              <a:off x="2675850" y="4419650"/>
              <a:ext cx="197600" cy="810975"/>
            </a:xfrm>
            <a:custGeom>
              <a:rect b="b" l="l" r="r" t="t"/>
              <a:pathLst>
                <a:path extrusionOk="0" h="32439" w="7904">
                  <a:moveTo>
                    <a:pt x="7423" y="1"/>
                  </a:moveTo>
                  <a:cubicBezTo>
                    <a:pt x="7411" y="1"/>
                    <a:pt x="7399" y="3"/>
                    <a:pt x="7387" y="7"/>
                  </a:cubicBezTo>
                  <a:cubicBezTo>
                    <a:pt x="7265" y="7"/>
                    <a:pt x="7204" y="98"/>
                    <a:pt x="7204" y="189"/>
                  </a:cubicBezTo>
                  <a:cubicBezTo>
                    <a:pt x="7508" y="4201"/>
                    <a:pt x="3982" y="9429"/>
                    <a:pt x="1885" y="12560"/>
                  </a:cubicBezTo>
                  <a:cubicBezTo>
                    <a:pt x="1095" y="13715"/>
                    <a:pt x="548" y="14536"/>
                    <a:pt x="426" y="14931"/>
                  </a:cubicBezTo>
                  <a:cubicBezTo>
                    <a:pt x="0" y="16390"/>
                    <a:pt x="1003" y="31618"/>
                    <a:pt x="1034" y="32257"/>
                  </a:cubicBezTo>
                  <a:cubicBezTo>
                    <a:pt x="1034" y="32378"/>
                    <a:pt x="1125" y="32439"/>
                    <a:pt x="1216" y="32439"/>
                  </a:cubicBezTo>
                  <a:lnTo>
                    <a:pt x="1247" y="32439"/>
                  </a:lnTo>
                  <a:cubicBezTo>
                    <a:pt x="1338" y="32439"/>
                    <a:pt x="1429" y="32348"/>
                    <a:pt x="1399" y="32226"/>
                  </a:cubicBezTo>
                  <a:cubicBezTo>
                    <a:pt x="1064" y="26785"/>
                    <a:pt x="456" y="16147"/>
                    <a:pt x="791" y="15053"/>
                  </a:cubicBezTo>
                  <a:cubicBezTo>
                    <a:pt x="912" y="14688"/>
                    <a:pt x="1459" y="13837"/>
                    <a:pt x="2189" y="12773"/>
                  </a:cubicBezTo>
                  <a:cubicBezTo>
                    <a:pt x="4317" y="9612"/>
                    <a:pt x="7903" y="4323"/>
                    <a:pt x="7599" y="159"/>
                  </a:cubicBezTo>
                  <a:cubicBezTo>
                    <a:pt x="7573" y="80"/>
                    <a:pt x="7501" y="1"/>
                    <a:pt x="7423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8" name="Google Shape;4638;p85"/>
            <p:cNvSpPr/>
            <p:nvPr/>
          </p:nvSpPr>
          <p:spPr>
            <a:xfrm>
              <a:off x="1651525" y="3948625"/>
              <a:ext cx="453675" cy="1277450"/>
            </a:xfrm>
            <a:custGeom>
              <a:rect b="b" l="l" r="r" t="t"/>
              <a:pathLst>
                <a:path extrusionOk="0" h="51098" w="18147">
                  <a:moveTo>
                    <a:pt x="15087" y="0"/>
                  </a:moveTo>
                  <a:cubicBezTo>
                    <a:pt x="12074" y="0"/>
                    <a:pt x="3869" y="4807"/>
                    <a:pt x="2128" y="14714"/>
                  </a:cubicBezTo>
                  <a:cubicBezTo>
                    <a:pt x="0" y="26720"/>
                    <a:pt x="2128" y="51098"/>
                    <a:pt x="2128" y="51098"/>
                  </a:cubicBezTo>
                  <a:lnTo>
                    <a:pt x="15593" y="51098"/>
                  </a:lnTo>
                  <a:cubicBezTo>
                    <a:pt x="15593" y="51098"/>
                    <a:pt x="15745" y="22830"/>
                    <a:pt x="16231" y="16690"/>
                  </a:cubicBezTo>
                  <a:cubicBezTo>
                    <a:pt x="16748" y="10580"/>
                    <a:pt x="18146" y="94"/>
                    <a:pt x="15198" y="3"/>
                  </a:cubicBezTo>
                  <a:cubicBezTo>
                    <a:pt x="15162" y="1"/>
                    <a:pt x="15125" y="0"/>
                    <a:pt x="15087" y="0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9" name="Google Shape;4639;p85"/>
            <p:cNvSpPr/>
            <p:nvPr/>
          </p:nvSpPr>
          <p:spPr>
            <a:xfrm>
              <a:off x="2036775" y="4618900"/>
              <a:ext cx="25875" cy="611725"/>
            </a:xfrm>
            <a:custGeom>
              <a:rect b="b" l="l" r="r" t="t"/>
              <a:pathLst>
                <a:path extrusionOk="0" h="24469" w="1035">
                  <a:moveTo>
                    <a:pt x="852" y="0"/>
                  </a:moveTo>
                  <a:cubicBezTo>
                    <a:pt x="730" y="0"/>
                    <a:pt x="669" y="0"/>
                    <a:pt x="639" y="274"/>
                  </a:cubicBezTo>
                  <a:cubicBezTo>
                    <a:pt x="639" y="456"/>
                    <a:pt x="639" y="700"/>
                    <a:pt x="609" y="1095"/>
                  </a:cubicBezTo>
                  <a:lnTo>
                    <a:pt x="365" y="10912"/>
                  </a:lnTo>
                  <a:cubicBezTo>
                    <a:pt x="183" y="17083"/>
                    <a:pt x="1" y="24104"/>
                    <a:pt x="1" y="24256"/>
                  </a:cubicBezTo>
                  <a:cubicBezTo>
                    <a:pt x="1" y="24378"/>
                    <a:pt x="61" y="24469"/>
                    <a:pt x="183" y="24469"/>
                  </a:cubicBezTo>
                  <a:cubicBezTo>
                    <a:pt x="274" y="24469"/>
                    <a:pt x="365" y="24408"/>
                    <a:pt x="365" y="24287"/>
                  </a:cubicBezTo>
                  <a:cubicBezTo>
                    <a:pt x="396" y="24165"/>
                    <a:pt x="517" y="18663"/>
                    <a:pt x="730" y="10943"/>
                  </a:cubicBezTo>
                  <a:cubicBezTo>
                    <a:pt x="882" y="5745"/>
                    <a:pt x="1004" y="852"/>
                    <a:pt x="1034" y="274"/>
                  </a:cubicBezTo>
                  <a:cubicBezTo>
                    <a:pt x="1034" y="274"/>
                    <a:pt x="1034" y="244"/>
                    <a:pt x="1034" y="244"/>
                  </a:cubicBezTo>
                  <a:cubicBezTo>
                    <a:pt x="1034" y="244"/>
                    <a:pt x="1034" y="213"/>
                    <a:pt x="1034" y="213"/>
                  </a:cubicBezTo>
                  <a:cubicBezTo>
                    <a:pt x="1004" y="31"/>
                    <a:pt x="882" y="0"/>
                    <a:pt x="85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0" name="Google Shape;4640;p85"/>
            <p:cNvSpPr/>
            <p:nvPr/>
          </p:nvSpPr>
          <p:spPr>
            <a:xfrm>
              <a:off x="2292100" y="3500700"/>
              <a:ext cx="494725" cy="393200"/>
            </a:xfrm>
            <a:custGeom>
              <a:rect b="b" l="l" r="r" t="t"/>
              <a:pathLst>
                <a:path extrusionOk="0" h="15728" w="19789">
                  <a:moveTo>
                    <a:pt x="9316" y="1"/>
                  </a:moveTo>
                  <a:cubicBezTo>
                    <a:pt x="5973" y="1"/>
                    <a:pt x="2233" y="796"/>
                    <a:pt x="1460" y="4181"/>
                  </a:cubicBezTo>
                  <a:cubicBezTo>
                    <a:pt x="1" y="10594"/>
                    <a:pt x="3770" y="14059"/>
                    <a:pt x="3770" y="14059"/>
                  </a:cubicBezTo>
                  <a:cubicBezTo>
                    <a:pt x="3770" y="14059"/>
                    <a:pt x="6819" y="15727"/>
                    <a:pt x="11424" y="15727"/>
                  </a:cubicBezTo>
                  <a:cubicBezTo>
                    <a:pt x="13852" y="15727"/>
                    <a:pt x="16713" y="15263"/>
                    <a:pt x="19788" y="13847"/>
                  </a:cubicBezTo>
                  <a:cubicBezTo>
                    <a:pt x="19788" y="13847"/>
                    <a:pt x="15594" y="6187"/>
                    <a:pt x="14925" y="624"/>
                  </a:cubicBezTo>
                  <a:cubicBezTo>
                    <a:pt x="14925" y="624"/>
                    <a:pt x="12276" y="1"/>
                    <a:pt x="9316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1" name="Google Shape;4641;p85"/>
            <p:cNvSpPr/>
            <p:nvPr/>
          </p:nvSpPr>
          <p:spPr>
            <a:xfrm>
              <a:off x="2070225" y="2708525"/>
              <a:ext cx="710525" cy="1346025"/>
            </a:xfrm>
            <a:custGeom>
              <a:rect b="b" l="l" r="r" t="t"/>
              <a:pathLst>
                <a:path extrusionOk="0" h="53841" w="28421">
                  <a:moveTo>
                    <a:pt x="13860" y="1"/>
                  </a:moveTo>
                  <a:cubicBezTo>
                    <a:pt x="4316" y="1"/>
                    <a:pt x="0" y="7934"/>
                    <a:pt x="0" y="11247"/>
                  </a:cubicBezTo>
                  <a:lnTo>
                    <a:pt x="0" y="49759"/>
                  </a:lnTo>
                  <a:cubicBezTo>
                    <a:pt x="0" y="52398"/>
                    <a:pt x="5150" y="53840"/>
                    <a:pt x="10029" y="53840"/>
                  </a:cubicBezTo>
                  <a:cubicBezTo>
                    <a:pt x="12061" y="53840"/>
                    <a:pt x="14047" y="53590"/>
                    <a:pt x="15593" y="53072"/>
                  </a:cubicBezTo>
                  <a:cubicBezTo>
                    <a:pt x="17356" y="52464"/>
                    <a:pt x="14712" y="49819"/>
                    <a:pt x="14712" y="49819"/>
                  </a:cubicBezTo>
                  <a:cubicBezTo>
                    <a:pt x="14712" y="47874"/>
                    <a:pt x="15016" y="42251"/>
                    <a:pt x="15016" y="42251"/>
                  </a:cubicBezTo>
                  <a:cubicBezTo>
                    <a:pt x="15400" y="42268"/>
                    <a:pt x="15776" y="42276"/>
                    <a:pt x="16142" y="42276"/>
                  </a:cubicBezTo>
                  <a:cubicBezTo>
                    <a:pt x="24838" y="42276"/>
                    <a:pt x="28420" y="37569"/>
                    <a:pt x="28420" y="34652"/>
                  </a:cubicBezTo>
                  <a:lnTo>
                    <a:pt x="28420" y="13284"/>
                  </a:lnTo>
                  <a:cubicBezTo>
                    <a:pt x="28420" y="6354"/>
                    <a:pt x="23374" y="1"/>
                    <a:pt x="13860" y="1"/>
                  </a:cubicBezTo>
                  <a:close/>
                </a:path>
              </a:pathLst>
            </a:custGeom>
            <a:solidFill>
              <a:srgbClr val="FFC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2" name="Google Shape;4642;p85"/>
            <p:cNvSpPr/>
            <p:nvPr/>
          </p:nvSpPr>
          <p:spPr>
            <a:xfrm>
              <a:off x="2368100" y="3216800"/>
              <a:ext cx="151225" cy="61675"/>
            </a:xfrm>
            <a:custGeom>
              <a:rect b="b" l="l" r="r" t="t"/>
              <a:pathLst>
                <a:path extrusionOk="0" h="2467" w="6049">
                  <a:moveTo>
                    <a:pt x="2794" y="0"/>
                  </a:moveTo>
                  <a:cubicBezTo>
                    <a:pt x="2745" y="0"/>
                    <a:pt x="2695" y="2"/>
                    <a:pt x="2645" y="5"/>
                  </a:cubicBezTo>
                  <a:cubicBezTo>
                    <a:pt x="486" y="157"/>
                    <a:pt x="0" y="1676"/>
                    <a:pt x="0" y="1676"/>
                  </a:cubicBezTo>
                  <a:lnTo>
                    <a:pt x="1155" y="2193"/>
                  </a:lnTo>
                  <a:cubicBezTo>
                    <a:pt x="1155" y="2193"/>
                    <a:pt x="1805" y="1243"/>
                    <a:pt x="3146" y="1243"/>
                  </a:cubicBezTo>
                  <a:cubicBezTo>
                    <a:pt x="3895" y="1243"/>
                    <a:pt x="4861" y="1540"/>
                    <a:pt x="6049" y="2467"/>
                  </a:cubicBezTo>
                  <a:cubicBezTo>
                    <a:pt x="6049" y="2467"/>
                    <a:pt x="4888" y="0"/>
                    <a:pt x="2794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3" name="Google Shape;4643;p85"/>
            <p:cNvSpPr/>
            <p:nvPr/>
          </p:nvSpPr>
          <p:spPr>
            <a:xfrm>
              <a:off x="2619625" y="3216800"/>
              <a:ext cx="152000" cy="61675"/>
            </a:xfrm>
            <a:custGeom>
              <a:rect b="b" l="l" r="r" t="t"/>
              <a:pathLst>
                <a:path extrusionOk="0" h="2467" w="6080">
                  <a:moveTo>
                    <a:pt x="3255" y="0"/>
                  </a:moveTo>
                  <a:cubicBezTo>
                    <a:pt x="1161" y="0"/>
                    <a:pt x="0" y="2467"/>
                    <a:pt x="0" y="2467"/>
                  </a:cubicBezTo>
                  <a:cubicBezTo>
                    <a:pt x="1188" y="1540"/>
                    <a:pt x="2158" y="1243"/>
                    <a:pt x="2912" y="1243"/>
                  </a:cubicBezTo>
                  <a:cubicBezTo>
                    <a:pt x="4262" y="1243"/>
                    <a:pt x="4924" y="2193"/>
                    <a:pt x="4924" y="2193"/>
                  </a:cubicBezTo>
                  <a:lnTo>
                    <a:pt x="6079" y="1676"/>
                  </a:lnTo>
                  <a:cubicBezTo>
                    <a:pt x="6079" y="1676"/>
                    <a:pt x="5563" y="157"/>
                    <a:pt x="3404" y="5"/>
                  </a:cubicBezTo>
                  <a:cubicBezTo>
                    <a:pt x="3354" y="2"/>
                    <a:pt x="3304" y="0"/>
                    <a:pt x="3255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4" name="Google Shape;4644;p85"/>
            <p:cNvSpPr/>
            <p:nvPr/>
          </p:nvSpPr>
          <p:spPr>
            <a:xfrm>
              <a:off x="1647725" y="2641025"/>
              <a:ext cx="1259925" cy="1253750"/>
            </a:xfrm>
            <a:custGeom>
              <a:rect b="b" l="l" r="r" t="t"/>
              <a:pathLst>
                <a:path extrusionOk="0" h="50150" w="50397">
                  <a:moveTo>
                    <a:pt x="27476" y="0"/>
                  </a:moveTo>
                  <a:cubicBezTo>
                    <a:pt x="19385" y="0"/>
                    <a:pt x="11434" y="3715"/>
                    <a:pt x="6869" y="11668"/>
                  </a:cubicBezTo>
                  <a:cubicBezTo>
                    <a:pt x="0" y="23552"/>
                    <a:pt x="3404" y="41881"/>
                    <a:pt x="3404" y="41881"/>
                  </a:cubicBezTo>
                  <a:cubicBezTo>
                    <a:pt x="3404" y="41881"/>
                    <a:pt x="10891" y="50149"/>
                    <a:pt x="21409" y="50149"/>
                  </a:cubicBezTo>
                  <a:cubicBezTo>
                    <a:pt x="21466" y="50149"/>
                    <a:pt x="21523" y="50149"/>
                    <a:pt x="21581" y="50148"/>
                  </a:cubicBezTo>
                  <a:cubicBezTo>
                    <a:pt x="21581" y="50148"/>
                    <a:pt x="16323" y="39905"/>
                    <a:pt x="17842" y="22093"/>
                  </a:cubicBezTo>
                  <a:lnTo>
                    <a:pt x="29393" y="22093"/>
                  </a:lnTo>
                  <a:lnTo>
                    <a:pt x="30791" y="15832"/>
                  </a:lnTo>
                  <a:lnTo>
                    <a:pt x="31095" y="22093"/>
                  </a:lnTo>
                  <a:lnTo>
                    <a:pt x="39271" y="22093"/>
                  </a:lnTo>
                  <a:lnTo>
                    <a:pt x="39454" y="15862"/>
                  </a:lnTo>
                  <a:lnTo>
                    <a:pt x="40609" y="22093"/>
                  </a:lnTo>
                  <a:lnTo>
                    <a:pt x="48147" y="22093"/>
                  </a:lnTo>
                  <a:cubicBezTo>
                    <a:pt x="48147" y="22093"/>
                    <a:pt x="50396" y="8051"/>
                    <a:pt x="39271" y="2701"/>
                  </a:cubicBezTo>
                  <a:cubicBezTo>
                    <a:pt x="35572" y="922"/>
                    <a:pt x="31506" y="0"/>
                    <a:pt x="27476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5" name="Google Shape;4645;p85"/>
            <p:cNvSpPr/>
            <p:nvPr/>
          </p:nvSpPr>
          <p:spPr>
            <a:xfrm>
              <a:off x="2564150" y="3153225"/>
              <a:ext cx="129950" cy="255325"/>
            </a:xfrm>
            <a:custGeom>
              <a:rect b="b" l="l" r="r" t="t"/>
              <a:pathLst>
                <a:path extrusionOk="0" h="10213" w="5198">
                  <a:moveTo>
                    <a:pt x="1111" y="1"/>
                  </a:moveTo>
                  <a:cubicBezTo>
                    <a:pt x="1015" y="1"/>
                    <a:pt x="919" y="54"/>
                    <a:pt x="882" y="177"/>
                  </a:cubicBezTo>
                  <a:cubicBezTo>
                    <a:pt x="456" y="1788"/>
                    <a:pt x="0" y="4128"/>
                    <a:pt x="699" y="5770"/>
                  </a:cubicBezTo>
                  <a:cubicBezTo>
                    <a:pt x="1034" y="6469"/>
                    <a:pt x="1520" y="6803"/>
                    <a:pt x="2310" y="6985"/>
                  </a:cubicBezTo>
                  <a:cubicBezTo>
                    <a:pt x="3009" y="7137"/>
                    <a:pt x="3739" y="7168"/>
                    <a:pt x="3982" y="7988"/>
                  </a:cubicBezTo>
                  <a:cubicBezTo>
                    <a:pt x="4286" y="8900"/>
                    <a:pt x="3344" y="9569"/>
                    <a:pt x="2584" y="9751"/>
                  </a:cubicBezTo>
                  <a:cubicBezTo>
                    <a:pt x="2327" y="9808"/>
                    <a:pt x="2418" y="10213"/>
                    <a:pt x="2681" y="10213"/>
                  </a:cubicBezTo>
                  <a:cubicBezTo>
                    <a:pt x="2699" y="10213"/>
                    <a:pt x="2717" y="10211"/>
                    <a:pt x="2736" y="10207"/>
                  </a:cubicBezTo>
                  <a:cubicBezTo>
                    <a:pt x="4164" y="9843"/>
                    <a:pt x="5198" y="8140"/>
                    <a:pt x="3891" y="6985"/>
                  </a:cubicBezTo>
                  <a:cubicBezTo>
                    <a:pt x="3587" y="6712"/>
                    <a:pt x="3101" y="6621"/>
                    <a:pt x="2705" y="6560"/>
                  </a:cubicBezTo>
                  <a:cubicBezTo>
                    <a:pt x="1733" y="6408"/>
                    <a:pt x="1216" y="6013"/>
                    <a:pt x="1003" y="5040"/>
                  </a:cubicBezTo>
                  <a:cubicBezTo>
                    <a:pt x="639" y="3520"/>
                    <a:pt x="943" y="1757"/>
                    <a:pt x="1338" y="298"/>
                  </a:cubicBezTo>
                  <a:cubicBezTo>
                    <a:pt x="1392" y="117"/>
                    <a:pt x="1252" y="1"/>
                    <a:pt x="1111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6" name="Google Shape;4646;p85"/>
            <p:cNvSpPr/>
            <p:nvPr/>
          </p:nvSpPr>
          <p:spPr>
            <a:xfrm>
              <a:off x="2572500" y="3430425"/>
              <a:ext cx="103375" cy="61775"/>
            </a:xfrm>
            <a:custGeom>
              <a:rect b="b" l="l" r="r" t="t"/>
              <a:pathLst>
                <a:path extrusionOk="0" h="2471" w="4135">
                  <a:moveTo>
                    <a:pt x="1" y="1"/>
                  </a:moveTo>
                  <a:lnTo>
                    <a:pt x="1" y="1"/>
                  </a:lnTo>
                  <a:cubicBezTo>
                    <a:pt x="61" y="639"/>
                    <a:pt x="274" y="1277"/>
                    <a:pt x="669" y="1733"/>
                  </a:cubicBezTo>
                  <a:cubicBezTo>
                    <a:pt x="1050" y="2186"/>
                    <a:pt x="1617" y="2470"/>
                    <a:pt x="2167" y="2470"/>
                  </a:cubicBezTo>
                  <a:cubicBezTo>
                    <a:pt x="2319" y="2470"/>
                    <a:pt x="2470" y="2448"/>
                    <a:pt x="2615" y="2402"/>
                  </a:cubicBezTo>
                  <a:cubicBezTo>
                    <a:pt x="2858" y="2311"/>
                    <a:pt x="3071" y="2189"/>
                    <a:pt x="3253" y="2037"/>
                  </a:cubicBezTo>
                  <a:cubicBezTo>
                    <a:pt x="3618" y="1733"/>
                    <a:pt x="3830" y="1369"/>
                    <a:pt x="4013" y="943"/>
                  </a:cubicBezTo>
                  <a:cubicBezTo>
                    <a:pt x="4013" y="882"/>
                    <a:pt x="4074" y="639"/>
                    <a:pt x="4134" y="396"/>
                  </a:cubicBezTo>
                  <a:lnTo>
                    <a:pt x="4134" y="396"/>
                  </a:lnTo>
                  <a:cubicBezTo>
                    <a:pt x="3634" y="472"/>
                    <a:pt x="3127" y="517"/>
                    <a:pt x="2622" y="517"/>
                  </a:cubicBezTo>
                  <a:cubicBezTo>
                    <a:pt x="1716" y="517"/>
                    <a:pt x="821" y="37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47" name="Google Shape;4647;p85"/>
          <p:cNvGrpSpPr/>
          <p:nvPr/>
        </p:nvGrpSpPr>
        <p:grpSpPr>
          <a:xfrm>
            <a:off x="447618" y="183677"/>
            <a:ext cx="1465607" cy="1243984"/>
            <a:chOff x="6064225" y="1470325"/>
            <a:chExt cx="1112500" cy="944200"/>
          </a:xfrm>
        </p:grpSpPr>
        <p:sp>
          <p:nvSpPr>
            <p:cNvPr id="4648" name="Google Shape;4648;p85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9" name="Google Shape;4649;p85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0" name="Google Shape;4650;p85"/>
          <p:cNvSpPr/>
          <p:nvPr/>
        </p:nvSpPr>
        <p:spPr>
          <a:xfrm>
            <a:off x="5859152" y="1121640"/>
            <a:ext cx="642280" cy="30602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6"/>
                </a:solidFill>
                <a:latin typeface="Heebo"/>
              </a:rPr>
              <a:t>你好</a:t>
            </a:r>
          </a:p>
        </p:txBody>
      </p:sp>
      <p:sp>
        <p:nvSpPr>
          <p:cNvPr id="4651" name="Google Shape;4651;p85"/>
          <p:cNvSpPr/>
          <p:nvPr/>
        </p:nvSpPr>
        <p:spPr>
          <a:xfrm>
            <a:off x="7185709" y="704884"/>
            <a:ext cx="373403" cy="24619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6"/>
                </a:solidFill>
                <a:latin typeface="Heebo"/>
              </a:rPr>
              <a:t>Hi!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5" name="Shape 4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6" name="Google Shape;4656;p86"/>
          <p:cNvSpPr txBox="1"/>
          <p:nvPr>
            <p:ph idx="15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657" name="Google Shape;4657;p86"/>
          <p:cNvSpPr txBox="1"/>
          <p:nvPr>
            <p:ph type="title"/>
          </p:nvPr>
        </p:nvSpPr>
        <p:spPr>
          <a:xfrm flipH="1">
            <a:off x="724226" y="1698657"/>
            <a:ext cx="859800" cy="6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658" name="Google Shape;4658;p86"/>
          <p:cNvSpPr txBox="1"/>
          <p:nvPr>
            <p:ph idx="1" type="subTitle"/>
          </p:nvPr>
        </p:nvSpPr>
        <p:spPr>
          <a:xfrm flipH="1">
            <a:off x="1677700" y="1613875"/>
            <a:ext cx="2247600" cy="7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</a:t>
            </a:r>
            <a:r>
              <a:rPr lang="en"/>
              <a:t>ÓN</a:t>
            </a:r>
            <a:endParaRPr/>
          </a:p>
        </p:txBody>
      </p:sp>
      <p:sp>
        <p:nvSpPr>
          <p:cNvPr id="4659" name="Google Shape;4659;p86"/>
          <p:cNvSpPr txBox="1"/>
          <p:nvPr>
            <p:ph idx="3" type="title"/>
          </p:nvPr>
        </p:nvSpPr>
        <p:spPr>
          <a:xfrm flipH="1">
            <a:off x="724229" y="2434357"/>
            <a:ext cx="859800" cy="6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660" name="Google Shape;4660;p86"/>
          <p:cNvSpPr txBox="1"/>
          <p:nvPr>
            <p:ph idx="4" type="subTitle"/>
          </p:nvPr>
        </p:nvSpPr>
        <p:spPr>
          <a:xfrm flipH="1">
            <a:off x="1677725" y="2434350"/>
            <a:ext cx="2247600" cy="7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ENFOQUE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</a:t>
            </a:r>
            <a:r>
              <a:rPr lang="en"/>
              <a:t>ÁSICO MT</a:t>
            </a:r>
            <a:endParaRPr/>
          </a:p>
        </p:txBody>
      </p:sp>
      <p:sp>
        <p:nvSpPr>
          <p:cNvPr id="4661" name="Google Shape;4661;p86"/>
          <p:cNvSpPr txBox="1"/>
          <p:nvPr>
            <p:ph idx="6" type="title"/>
          </p:nvPr>
        </p:nvSpPr>
        <p:spPr>
          <a:xfrm>
            <a:off x="724231" y="3169232"/>
            <a:ext cx="859800" cy="6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662" name="Google Shape;4662;p86"/>
          <p:cNvSpPr txBox="1"/>
          <p:nvPr>
            <p:ph idx="7" type="subTitle"/>
          </p:nvPr>
        </p:nvSpPr>
        <p:spPr>
          <a:xfrm>
            <a:off x="1688053" y="3084450"/>
            <a:ext cx="2247600" cy="7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NMT: NEURAL MACHINE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TRANSLATION</a:t>
            </a:r>
            <a:endParaRPr sz="1400"/>
          </a:p>
        </p:txBody>
      </p:sp>
      <p:grpSp>
        <p:nvGrpSpPr>
          <p:cNvPr id="4663" name="Google Shape;4663;p86"/>
          <p:cNvGrpSpPr/>
          <p:nvPr/>
        </p:nvGrpSpPr>
        <p:grpSpPr>
          <a:xfrm flipH="1">
            <a:off x="7717812" y="633925"/>
            <a:ext cx="911694" cy="773772"/>
            <a:chOff x="6064225" y="1470325"/>
            <a:chExt cx="1112500" cy="944200"/>
          </a:xfrm>
        </p:grpSpPr>
        <p:sp>
          <p:nvSpPr>
            <p:cNvPr id="4664" name="Google Shape;4664;p86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5" name="Google Shape;4665;p86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6" name="Google Shape;4666;p86"/>
          <p:cNvGrpSpPr/>
          <p:nvPr/>
        </p:nvGrpSpPr>
        <p:grpSpPr>
          <a:xfrm flipH="1">
            <a:off x="6753669" y="269147"/>
            <a:ext cx="911714" cy="750744"/>
            <a:chOff x="7315125" y="1121525"/>
            <a:chExt cx="1112525" cy="916100"/>
          </a:xfrm>
        </p:grpSpPr>
        <p:sp>
          <p:nvSpPr>
            <p:cNvPr id="4667" name="Google Shape;4667;p86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8" name="Google Shape;4668;p86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9" name="Google Shape;4669;p86"/>
          <p:cNvGrpSpPr/>
          <p:nvPr/>
        </p:nvGrpSpPr>
        <p:grpSpPr>
          <a:xfrm>
            <a:off x="5318507" y="657111"/>
            <a:ext cx="911705" cy="337487"/>
            <a:chOff x="1119600" y="2506400"/>
            <a:chExt cx="763700" cy="282700"/>
          </a:xfrm>
        </p:grpSpPr>
        <p:sp>
          <p:nvSpPr>
            <p:cNvPr id="4670" name="Google Shape;4670;p86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1" name="Google Shape;4671;p86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72" name="Google Shape;4672;p86"/>
          <p:cNvSpPr txBox="1"/>
          <p:nvPr>
            <p:ph type="title"/>
          </p:nvPr>
        </p:nvSpPr>
        <p:spPr>
          <a:xfrm flipH="1">
            <a:off x="4265551" y="1741457"/>
            <a:ext cx="859800" cy="6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673" name="Google Shape;4673;p86"/>
          <p:cNvSpPr txBox="1"/>
          <p:nvPr>
            <p:ph idx="1" type="subTitle"/>
          </p:nvPr>
        </p:nvSpPr>
        <p:spPr>
          <a:xfrm flipH="1">
            <a:off x="5219025" y="1656675"/>
            <a:ext cx="2247600" cy="7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MT: LOW RESOURCE LANGUAGES</a:t>
            </a:r>
            <a:endParaRPr sz="1700"/>
          </a:p>
        </p:txBody>
      </p:sp>
      <p:sp>
        <p:nvSpPr>
          <p:cNvPr id="4674" name="Google Shape;4674;p86"/>
          <p:cNvSpPr txBox="1"/>
          <p:nvPr>
            <p:ph idx="3" type="title"/>
          </p:nvPr>
        </p:nvSpPr>
        <p:spPr>
          <a:xfrm flipH="1">
            <a:off x="4265554" y="2477157"/>
            <a:ext cx="859800" cy="6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675" name="Google Shape;4675;p86"/>
          <p:cNvSpPr txBox="1"/>
          <p:nvPr>
            <p:ph idx="4" type="subTitle"/>
          </p:nvPr>
        </p:nvSpPr>
        <p:spPr>
          <a:xfrm flipH="1">
            <a:off x="5219050" y="2477150"/>
            <a:ext cx="2247600" cy="7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</a:t>
            </a:r>
            <a:r>
              <a:rPr lang="en"/>
              <a:t>ÁCTICO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9" name="Shape 4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0" name="Google Shape;4680;p87"/>
          <p:cNvGrpSpPr/>
          <p:nvPr/>
        </p:nvGrpSpPr>
        <p:grpSpPr>
          <a:xfrm>
            <a:off x="5454271" y="1325893"/>
            <a:ext cx="3752033" cy="4316882"/>
            <a:chOff x="5184096" y="1756601"/>
            <a:chExt cx="4380146" cy="5039554"/>
          </a:xfrm>
        </p:grpSpPr>
        <p:grpSp>
          <p:nvGrpSpPr>
            <p:cNvPr id="4681" name="Google Shape;4681;p87"/>
            <p:cNvGrpSpPr/>
            <p:nvPr/>
          </p:nvGrpSpPr>
          <p:grpSpPr>
            <a:xfrm flipH="1">
              <a:off x="8054279" y="2185226"/>
              <a:ext cx="1509962" cy="4552943"/>
              <a:chOff x="4749600" y="2924725"/>
              <a:chExt cx="1313125" cy="3959425"/>
            </a:xfrm>
          </p:grpSpPr>
          <p:sp>
            <p:nvSpPr>
              <p:cNvPr id="4682" name="Google Shape;4682;p8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3" name="Google Shape;4683;p8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4" name="Google Shape;4684;p8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5" name="Google Shape;4685;p8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6" name="Google Shape;4686;p8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87" name="Google Shape;4687;p87"/>
            <p:cNvGrpSpPr/>
            <p:nvPr/>
          </p:nvGrpSpPr>
          <p:grpSpPr>
            <a:xfrm flipH="1">
              <a:off x="5184096" y="2571738"/>
              <a:ext cx="1509934" cy="4224416"/>
              <a:chOff x="5789900" y="1448250"/>
              <a:chExt cx="1313100" cy="3673725"/>
            </a:xfrm>
          </p:grpSpPr>
          <p:sp>
            <p:nvSpPr>
              <p:cNvPr id="4688" name="Google Shape;4688;p8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9" name="Google Shape;4689;p8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0" name="Google Shape;4690;p8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1" name="Google Shape;4691;p8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2" name="Google Shape;4692;p8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93" name="Google Shape;4693;p87"/>
            <p:cNvGrpSpPr/>
            <p:nvPr/>
          </p:nvGrpSpPr>
          <p:grpSpPr>
            <a:xfrm flipH="1">
              <a:off x="6544304" y="1756601"/>
              <a:ext cx="1509962" cy="4552943"/>
              <a:chOff x="4749600" y="2924725"/>
              <a:chExt cx="1313125" cy="3959425"/>
            </a:xfrm>
          </p:grpSpPr>
          <p:sp>
            <p:nvSpPr>
              <p:cNvPr id="4694" name="Google Shape;4694;p8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5" name="Google Shape;4695;p8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6" name="Google Shape;4696;p8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7" name="Google Shape;4697;p8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8" name="Google Shape;4698;p8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99" name="Google Shape;4699;p87"/>
          <p:cNvGrpSpPr/>
          <p:nvPr/>
        </p:nvGrpSpPr>
        <p:grpSpPr>
          <a:xfrm flipH="1" rot="-900165">
            <a:off x="634634" y="591510"/>
            <a:ext cx="615846" cy="522680"/>
            <a:chOff x="6064225" y="1470325"/>
            <a:chExt cx="1112500" cy="944200"/>
          </a:xfrm>
        </p:grpSpPr>
        <p:sp>
          <p:nvSpPr>
            <p:cNvPr id="4700" name="Google Shape;4700;p87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1" name="Google Shape;4701;p87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02" name="Google Shape;4702;p87"/>
          <p:cNvSpPr txBox="1"/>
          <p:nvPr>
            <p:ph type="title"/>
          </p:nvPr>
        </p:nvSpPr>
        <p:spPr>
          <a:xfrm>
            <a:off x="143725" y="2364575"/>
            <a:ext cx="49167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FUNDAMENTOS</a:t>
            </a:r>
            <a:r>
              <a:rPr lang="en"/>
              <a:t> DEEP LEARNING</a:t>
            </a:r>
            <a:endParaRPr/>
          </a:p>
        </p:txBody>
      </p:sp>
      <p:sp>
        <p:nvSpPr>
          <p:cNvPr id="4703" name="Google Shape;4703;p87"/>
          <p:cNvSpPr txBox="1"/>
          <p:nvPr>
            <p:ph idx="2" type="title"/>
          </p:nvPr>
        </p:nvSpPr>
        <p:spPr>
          <a:xfrm>
            <a:off x="3122475" y="539500"/>
            <a:ext cx="1812600" cy="15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704" name="Google Shape;4704;p87"/>
          <p:cNvGrpSpPr/>
          <p:nvPr/>
        </p:nvGrpSpPr>
        <p:grpSpPr>
          <a:xfrm flipH="1">
            <a:off x="6413216" y="1397780"/>
            <a:ext cx="2082655" cy="3979471"/>
            <a:chOff x="-288500" y="2152175"/>
            <a:chExt cx="1608725" cy="3073900"/>
          </a:xfrm>
        </p:grpSpPr>
        <p:sp>
          <p:nvSpPr>
            <p:cNvPr id="4705" name="Google Shape;4705;p87"/>
            <p:cNvSpPr/>
            <p:nvPr/>
          </p:nvSpPr>
          <p:spPr>
            <a:xfrm>
              <a:off x="791325" y="3745775"/>
              <a:ext cx="480275" cy="705975"/>
            </a:xfrm>
            <a:custGeom>
              <a:rect b="b" l="l" r="r" t="t"/>
              <a:pathLst>
                <a:path extrusionOk="0" h="28239" w="19211">
                  <a:moveTo>
                    <a:pt x="4651" y="1"/>
                  </a:moveTo>
                  <a:cubicBezTo>
                    <a:pt x="4651" y="1"/>
                    <a:pt x="0" y="10487"/>
                    <a:pt x="730" y="28238"/>
                  </a:cubicBezTo>
                  <a:lnTo>
                    <a:pt x="18055" y="28238"/>
                  </a:lnTo>
                  <a:cubicBezTo>
                    <a:pt x="18055" y="28238"/>
                    <a:pt x="19210" y="7113"/>
                    <a:pt x="4651" y="1"/>
                  </a:cubicBezTo>
                  <a:close/>
                </a:path>
              </a:pathLst>
            </a:custGeom>
            <a:solidFill>
              <a:srgbClr val="FFD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6" name="Google Shape;4706;p87"/>
            <p:cNvSpPr/>
            <p:nvPr/>
          </p:nvSpPr>
          <p:spPr>
            <a:xfrm>
              <a:off x="830825" y="4451725"/>
              <a:ext cx="389850" cy="774350"/>
            </a:xfrm>
            <a:custGeom>
              <a:rect b="b" l="l" r="r" t="t"/>
              <a:pathLst>
                <a:path extrusionOk="0" h="30974" w="15594">
                  <a:moveTo>
                    <a:pt x="1" y="0"/>
                  </a:moveTo>
                  <a:lnTo>
                    <a:pt x="1" y="30974"/>
                  </a:lnTo>
                  <a:lnTo>
                    <a:pt x="15594" y="30974"/>
                  </a:lnTo>
                  <a:lnTo>
                    <a:pt x="15594" y="0"/>
                  </a:ln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7" name="Google Shape;4707;p87"/>
            <p:cNvSpPr/>
            <p:nvPr/>
          </p:nvSpPr>
          <p:spPr>
            <a:xfrm>
              <a:off x="-222375" y="3610525"/>
              <a:ext cx="1306275" cy="1615550"/>
            </a:xfrm>
            <a:custGeom>
              <a:rect b="b" l="l" r="r" t="t"/>
              <a:pathLst>
                <a:path extrusionOk="0" h="64622" w="52251">
                  <a:moveTo>
                    <a:pt x="30031" y="1"/>
                  </a:moveTo>
                  <a:cubicBezTo>
                    <a:pt x="22523" y="1"/>
                    <a:pt x="8359" y="3040"/>
                    <a:pt x="4195" y="19788"/>
                  </a:cubicBezTo>
                  <a:cubicBezTo>
                    <a:pt x="0" y="36536"/>
                    <a:pt x="4195" y="64622"/>
                    <a:pt x="4195" y="64622"/>
                  </a:cubicBezTo>
                  <a:lnTo>
                    <a:pt x="52250" y="64622"/>
                  </a:lnTo>
                  <a:lnTo>
                    <a:pt x="52250" y="25411"/>
                  </a:lnTo>
                  <a:cubicBezTo>
                    <a:pt x="52250" y="16323"/>
                    <a:pt x="50670" y="1"/>
                    <a:pt x="30031" y="1"/>
                  </a:cubicBezTo>
                  <a:close/>
                </a:path>
              </a:pathLst>
            </a:custGeom>
            <a:solidFill>
              <a:srgbClr val="FFA4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8" name="Google Shape;4708;p87"/>
            <p:cNvSpPr/>
            <p:nvPr/>
          </p:nvSpPr>
          <p:spPr>
            <a:xfrm>
              <a:off x="-247450" y="3737425"/>
              <a:ext cx="483300" cy="714325"/>
            </a:xfrm>
            <a:custGeom>
              <a:rect b="b" l="l" r="r" t="t"/>
              <a:pathLst>
                <a:path extrusionOk="0" h="28573" w="19332">
                  <a:moveTo>
                    <a:pt x="14590" y="1"/>
                  </a:moveTo>
                  <a:cubicBezTo>
                    <a:pt x="0" y="7144"/>
                    <a:pt x="1277" y="28572"/>
                    <a:pt x="1277" y="28572"/>
                  </a:cubicBezTo>
                  <a:lnTo>
                    <a:pt x="18602" y="28572"/>
                  </a:lnTo>
                  <a:cubicBezTo>
                    <a:pt x="19332" y="10821"/>
                    <a:pt x="14590" y="1"/>
                    <a:pt x="14590" y="1"/>
                  </a:cubicBezTo>
                  <a:close/>
                </a:path>
              </a:pathLst>
            </a:custGeom>
            <a:solidFill>
              <a:srgbClr val="FFD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9" name="Google Shape;4709;p87"/>
            <p:cNvSpPr/>
            <p:nvPr/>
          </p:nvSpPr>
          <p:spPr>
            <a:xfrm>
              <a:off x="-193500" y="4451725"/>
              <a:ext cx="389850" cy="774350"/>
            </a:xfrm>
            <a:custGeom>
              <a:rect b="b" l="l" r="r" t="t"/>
              <a:pathLst>
                <a:path extrusionOk="0" h="30974" w="15594">
                  <a:moveTo>
                    <a:pt x="0" y="0"/>
                  </a:moveTo>
                  <a:lnTo>
                    <a:pt x="0" y="30974"/>
                  </a:lnTo>
                  <a:lnTo>
                    <a:pt x="15593" y="30974"/>
                  </a:lnTo>
                  <a:lnTo>
                    <a:pt x="15593" y="0"/>
                  </a:ln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0" name="Google Shape;4710;p87"/>
            <p:cNvSpPr/>
            <p:nvPr/>
          </p:nvSpPr>
          <p:spPr>
            <a:xfrm>
              <a:off x="-288500" y="2152175"/>
              <a:ext cx="1608725" cy="1355875"/>
            </a:xfrm>
            <a:custGeom>
              <a:rect b="b" l="l" r="r" t="t"/>
              <a:pathLst>
                <a:path extrusionOk="0" h="54235" w="64349">
                  <a:moveTo>
                    <a:pt x="27533" y="0"/>
                  </a:moveTo>
                  <a:cubicBezTo>
                    <a:pt x="23881" y="0"/>
                    <a:pt x="22858" y="4443"/>
                    <a:pt x="22858" y="4443"/>
                  </a:cubicBezTo>
                  <a:cubicBezTo>
                    <a:pt x="22858" y="4443"/>
                    <a:pt x="21205" y="3673"/>
                    <a:pt x="19141" y="3673"/>
                  </a:cubicBezTo>
                  <a:cubicBezTo>
                    <a:pt x="17493" y="3673"/>
                    <a:pt x="15582" y="4164"/>
                    <a:pt x="14044" y="5933"/>
                  </a:cubicBezTo>
                  <a:cubicBezTo>
                    <a:pt x="10609" y="9854"/>
                    <a:pt x="13800" y="15021"/>
                    <a:pt x="13800" y="15021"/>
                  </a:cubicBezTo>
                  <a:cubicBezTo>
                    <a:pt x="13800" y="15021"/>
                    <a:pt x="13462" y="14962"/>
                    <a:pt x="12940" y="14962"/>
                  </a:cubicBezTo>
                  <a:cubicBezTo>
                    <a:pt x="11962" y="14962"/>
                    <a:pt x="10338" y="15169"/>
                    <a:pt x="9089" y="16358"/>
                  </a:cubicBezTo>
                  <a:cubicBezTo>
                    <a:pt x="7174" y="18212"/>
                    <a:pt x="8238" y="20614"/>
                    <a:pt x="8238" y="20614"/>
                  </a:cubicBezTo>
                  <a:cubicBezTo>
                    <a:pt x="8238" y="20614"/>
                    <a:pt x="1065" y="21222"/>
                    <a:pt x="487" y="29763"/>
                  </a:cubicBezTo>
                  <a:cubicBezTo>
                    <a:pt x="1" y="36814"/>
                    <a:pt x="7083" y="38851"/>
                    <a:pt x="7083" y="38851"/>
                  </a:cubicBezTo>
                  <a:cubicBezTo>
                    <a:pt x="7083" y="38851"/>
                    <a:pt x="5350" y="41769"/>
                    <a:pt x="7083" y="44565"/>
                  </a:cubicBezTo>
                  <a:cubicBezTo>
                    <a:pt x="7959" y="45979"/>
                    <a:pt x="9518" y="46328"/>
                    <a:pt x="10846" y="46328"/>
                  </a:cubicBezTo>
                  <a:cubicBezTo>
                    <a:pt x="12145" y="46328"/>
                    <a:pt x="13223" y="45994"/>
                    <a:pt x="13223" y="45994"/>
                  </a:cubicBezTo>
                  <a:lnTo>
                    <a:pt x="13223" y="45994"/>
                  </a:lnTo>
                  <a:cubicBezTo>
                    <a:pt x="13223" y="45994"/>
                    <a:pt x="12159" y="51131"/>
                    <a:pt x="16597" y="53441"/>
                  </a:cubicBezTo>
                  <a:cubicBezTo>
                    <a:pt x="17706" y="54018"/>
                    <a:pt x="18797" y="54235"/>
                    <a:pt x="19808" y="54235"/>
                  </a:cubicBezTo>
                  <a:cubicBezTo>
                    <a:pt x="22843" y="54235"/>
                    <a:pt x="25168" y="52286"/>
                    <a:pt x="25168" y="52286"/>
                  </a:cubicBezTo>
                  <a:cubicBezTo>
                    <a:pt x="25168" y="52286"/>
                    <a:pt x="25655" y="52300"/>
                    <a:pt x="26518" y="52300"/>
                  </a:cubicBezTo>
                  <a:cubicBezTo>
                    <a:pt x="30606" y="52300"/>
                    <a:pt x="43145" y="51989"/>
                    <a:pt x="52555" y="48426"/>
                  </a:cubicBezTo>
                  <a:cubicBezTo>
                    <a:pt x="63984" y="44079"/>
                    <a:pt x="59060" y="35781"/>
                    <a:pt x="59060" y="35781"/>
                  </a:cubicBezTo>
                  <a:cubicBezTo>
                    <a:pt x="59060" y="35781"/>
                    <a:pt x="64348" y="33684"/>
                    <a:pt x="63680" y="25234"/>
                  </a:cubicBezTo>
                  <a:cubicBezTo>
                    <a:pt x="62981" y="16753"/>
                    <a:pt x="56841" y="15507"/>
                    <a:pt x="56841" y="15507"/>
                  </a:cubicBezTo>
                  <a:cubicBezTo>
                    <a:pt x="56841" y="15507"/>
                    <a:pt x="58482" y="11951"/>
                    <a:pt x="55291" y="7422"/>
                  </a:cubicBezTo>
                  <a:cubicBezTo>
                    <a:pt x="53836" y="5358"/>
                    <a:pt x="51694" y="4797"/>
                    <a:pt x="49793" y="4797"/>
                  </a:cubicBezTo>
                  <a:cubicBezTo>
                    <a:pt x="47522" y="4797"/>
                    <a:pt x="45594" y="5598"/>
                    <a:pt x="45594" y="5598"/>
                  </a:cubicBezTo>
                  <a:cubicBezTo>
                    <a:pt x="45594" y="5598"/>
                    <a:pt x="45655" y="2711"/>
                    <a:pt x="40853" y="887"/>
                  </a:cubicBezTo>
                  <a:cubicBezTo>
                    <a:pt x="39923" y="528"/>
                    <a:pt x="39047" y="383"/>
                    <a:pt x="38240" y="383"/>
                  </a:cubicBezTo>
                  <a:cubicBezTo>
                    <a:pt x="34881" y="383"/>
                    <a:pt x="32707" y="2893"/>
                    <a:pt x="32707" y="2893"/>
                  </a:cubicBezTo>
                  <a:cubicBezTo>
                    <a:pt x="32707" y="2893"/>
                    <a:pt x="31612" y="188"/>
                    <a:pt x="27752" y="5"/>
                  </a:cubicBezTo>
                  <a:cubicBezTo>
                    <a:pt x="27678" y="2"/>
                    <a:pt x="27605" y="0"/>
                    <a:pt x="27533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1" name="Google Shape;4711;p87"/>
            <p:cNvSpPr/>
            <p:nvPr/>
          </p:nvSpPr>
          <p:spPr>
            <a:xfrm>
              <a:off x="340700" y="2466125"/>
              <a:ext cx="711275" cy="1304125"/>
            </a:xfrm>
            <a:custGeom>
              <a:rect b="b" l="l" r="r" t="t"/>
              <a:pathLst>
                <a:path extrusionOk="0" h="52165" w="28451">
                  <a:moveTo>
                    <a:pt x="13861" y="1"/>
                  </a:moveTo>
                  <a:cubicBezTo>
                    <a:pt x="4317" y="1"/>
                    <a:pt x="0" y="7964"/>
                    <a:pt x="0" y="11278"/>
                  </a:cubicBezTo>
                  <a:lnTo>
                    <a:pt x="0" y="47357"/>
                  </a:lnTo>
                  <a:cubicBezTo>
                    <a:pt x="0" y="50439"/>
                    <a:pt x="6265" y="52165"/>
                    <a:pt x="10701" y="52165"/>
                  </a:cubicBezTo>
                  <a:cubicBezTo>
                    <a:pt x="13133" y="52165"/>
                    <a:pt x="15016" y="51646"/>
                    <a:pt x="15016" y="50549"/>
                  </a:cubicBezTo>
                  <a:lnTo>
                    <a:pt x="15016" y="42251"/>
                  </a:lnTo>
                  <a:cubicBezTo>
                    <a:pt x="15401" y="42268"/>
                    <a:pt x="15776" y="42276"/>
                    <a:pt x="16143" y="42276"/>
                  </a:cubicBezTo>
                  <a:cubicBezTo>
                    <a:pt x="24840" y="42276"/>
                    <a:pt x="28451" y="37568"/>
                    <a:pt x="28451" y="34652"/>
                  </a:cubicBezTo>
                  <a:lnTo>
                    <a:pt x="28451" y="13284"/>
                  </a:lnTo>
                  <a:cubicBezTo>
                    <a:pt x="28451" y="6353"/>
                    <a:pt x="23375" y="1"/>
                    <a:pt x="13861" y="1"/>
                  </a:cubicBez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2" name="Google Shape;4712;p87"/>
            <p:cNvSpPr/>
            <p:nvPr/>
          </p:nvSpPr>
          <p:spPr>
            <a:xfrm>
              <a:off x="182675" y="2394375"/>
              <a:ext cx="1000000" cy="576350"/>
            </a:xfrm>
            <a:custGeom>
              <a:rect b="b" l="l" r="r" t="t"/>
              <a:pathLst>
                <a:path extrusionOk="0" h="23054" w="40000">
                  <a:moveTo>
                    <a:pt x="20709" y="1"/>
                  </a:moveTo>
                  <a:cubicBezTo>
                    <a:pt x="4457" y="1"/>
                    <a:pt x="0" y="12352"/>
                    <a:pt x="6321" y="23053"/>
                  </a:cubicBezTo>
                  <a:cubicBezTo>
                    <a:pt x="6321" y="23053"/>
                    <a:pt x="12583" y="21686"/>
                    <a:pt x="10364" y="15455"/>
                  </a:cubicBezTo>
                  <a:lnTo>
                    <a:pt x="10364" y="15455"/>
                  </a:lnTo>
                  <a:cubicBezTo>
                    <a:pt x="10364" y="15455"/>
                    <a:pt x="11975" y="16143"/>
                    <a:pt x="13910" y="16143"/>
                  </a:cubicBezTo>
                  <a:cubicBezTo>
                    <a:pt x="16373" y="16143"/>
                    <a:pt x="19361" y="15027"/>
                    <a:pt x="20212" y="9953"/>
                  </a:cubicBezTo>
                  <a:cubicBezTo>
                    <a:pt x="20212" y="9953"/>
                    <a:pt x="23784" y="13032"/>
                    <a:pt x="27153" y="13032"/>
                  </a:cubicBezTo>
                  <a:cubicBezTo>
                    <a:pt x="28212" y="13032"/>
                    <a:pt x="29250" y="12728"/>
                    <a:pt x="30152" y="11929"/>
                  </a:cubicBezTo>
                  <a:cubicBezTo>
                    <a:pt x="30152" y="11929"/>
                    <a:pt x="32259" y="17710"/>
                    <a:pt x="35454" y="17710"/>
                  </a:cubicBezTo>
                  <a:cubicBezTo>
                    <a:pt x="35648" y="17710"/>
                    <a:pt x="35846" y="17688"/>
                    <a:pt x="36048" y="17643"/>
                  </a:cubicBezTo>
                  <a:cubicBezTo>
                    <a:pt x="36048" y="17643"/>
                    <a:pt x="40000" y="895"/>
                    <a:pt x="22401" y="44"/>
                  </a:cubicBezTo>
                  <a:cubicBezTo>
                    <a:pt x="21823" y="15"/>
                    <a:pt x="21259" y="1"/>
                    <a:pt x="20709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3" name="Google Shape;4713;p87"/>
            <p:cNvSpPr/>
            <p:nvPr/>
          </p:nvSpPr>
          <p:spPr>
            <a:xfrm>
              <a:off x="1047800" y="2958450"/>
              <a:ext cx="88900" cy="28325"/>
            </a:xfrm>
            <a:custGeom>
              <a:rect b="b" l="l" r="r" t="t"/>
              <a:pathLst>
                <a:path extrusionOk="0" h="1133" w="3556">
                  <a:moveTo>
                    <a:pt x="3101" y="0"/>
                  </a:moveTo>
                  <a:cubicBezTo>
                    <a:pt x="3086" y="0"/>
                    <a:pt x="3070" y="1"/>
                    <a:pt x="3054" y="4"/>
                  </a:cubicBezTo>
                  <a:cubicBezTo>
                    <a:pt x="2143" y="156"/>
                    <a:pt x="1261" y="308"/>
                    <a:pt x="349" y="460"/>
                  </a:cubicBezTo>
                  <a:cubicBezTo>
                    <a:pt x="0" y="518"/>
                    <a:pt x="152" y="1133"/>
                    <a:pt x="485" y="1133"/>
                  </a:cubicBezTo>
                  <a:cubicBezTo>
                    <a:pt x="500" y="1133"/>
                    <a:pt x="516" y="1131"/>
                    <a:pt x="532" y="1129"/>
                  </a:cubicBezTo>
                  <a:cubicBezTo>
                    <a:pt x="1413" y="977"/>
                    <a:pt x="2325" y="825"/>
                    <a:pt x="3206" y="673"/>
                  </a:cubicBezTo>
                  <a:cubicBezTo>
                    <a:pt x="3555" y="615"/>
                    <a:pt x="3431" y="0"/>
                    <a:pt x="3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4" name="Google Shape;4714;p87"/>
            <p:cNvSpPr/>
            <p:nvPr/>
          </p:nvSpPr>
          <p:spPr>
            <a:xfrm>
              <a:off x="827025" y="2823750"/>
              <a:ext cx="82525" cy="281500"/>
            </a:xfrm>
            <a:custGeom>
              <a:rect b="b" l="l" r="r" t="t"/>
              <a:pathLst>
                <a:path extrusionOk="0" h="11260" w="3301">
                  <a:moveTo>
                    <a:pt x="3000" y="1"/>
                  </a:moveTo>
                  <a:cubicBezTo>
                    <a:pt x="2951" y="1"/>
                    <a:pt x="2901" y="22"/>
                    <a:pt x="2858" y="73"/>
                  </a:cubicBezTo>
                  <a:cubicBezTo>
                    <a:pt x="1733" y="1501"/>
                    <a:pt x="335" y="3325"/>
                    <a:pt x="791" y="5271"/>
                  </a:cubicBezTo>
                  <a:cubicBezTo>
                    <a:pt x="1034" y="6304"/>
                    <a:pt x="1885" y="7064"/>
                    <a:pt x="2128" y="8067"/>
                  </a:cubicBezTo>
                  <a:cubicBezTo>
                    <a:pt x="2493" y="9526"/>
                    <a:pt x="1794" y="10681"/>
                    <a:pt x="274" y="10803"/>
                  </a:cubicBezTo>
                  <a:cubicBezTo>
                    <a:pt x="9" y="10832"/>
                    <a:pt x="1" y="11260"/>
                    <a:pt x="249" y="11260"/>
                  </a:cubicBezTo>
                  <a:cubicBezTo>
                    <a:pt x="257" y="11260"/>
                    <a:pt x="265" y="11259"/>
                    <a:pt x="274" y="11258"/>
                  </a:cubicBezTo>
                  <a:cubicBezTo>
                    <a:pt x="2220" y="11076"/>
                    <a:pt x="3071" y="9465"/>
                    <a:pt x="2463" y="7672"/>
                  </a:cubicBezTo>
                  <a:cubicBezTo>
                    <a:pt x="2037" y="6486"/>
                    <a:pt x="1004" y="5696"/>
                    <a:pt x="1186" y="4298"/>
                  </a:cubicBezTo>
                  <a:cubicBezTo>
                    <a:pt x="1338" y="2778"/>
                    <a:pt x="2250" y="1562"/>
                    <a:pt x="3162" y="407"/>
                  </a:cubicBezTo>
                  <a:cubicBezTo>
                    <a:pt x="3301" y="222"/>
                    <a:pt x="3157" y="1"/>
                    <a:pt x="3000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5" name="Google Shape;4715;p87"/>
            <p:cNvSpPr/>
            <p:nvPr/>
          </p:nvSpPr>
          <p:spPr>
            <a:xfrm>
              <a:off x="770025" y="3115825"/>
              <a:ext cx="107175" cy="68100"/>
            </a:xfrm>
            <a:custGeom>
              <a:rect b="b" l="l" r="r" t="t"/>
              <a:pathLst>
                <a:path extrusionOk="0" h="2724" w="4287">
                  <a:moveTo>
                    <a:pt x="62" y="1"/>
                  </a:moveTo>
                  <a:lnTo>
                    <a:pt x="62" y="1"/>
                  </a:lnTo>
                  <a:cubicBezTo>
                    <a:pt x="1" y="852"/>
                    <a:pt x="275" y="1855"/>
                    <a:pt x="1004" y="2372"/>
                  </a:cubicBezTo>
                  <a:cubicBezTo>
                    <a:pt x="1339" y="2611"/>
                    <a:pt x="1720" y="2723"/>
                    <a:pt x="2103" y="2723"/>
                  </a:cubicBezTo>
                  <a:cubicBezTo>
                    <a:pt x="2693" y="2723"/>
                    <a:pt x="3285" y="2456"/>
                    <a:pt x="3709" y="1977"/>
                  </a:cubicBezTo>
                  <a:cubicBezTo>
                    <a:pt x="3952" y="1734"/>
                    <a:pt x="4287" y="1369"/>
                    <a:pt x="4256" y="1095"/>
                  </a:cubicBezTo>
                  <a:cubicBezTo>
                    <a:pt x="2919" y="487"/>
                    <a:pt x="1490" y="153"/>
                    <a:pt x="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6" name="Google Shape;4716;p87"/>
            <p:cNvSpPr/>
            <p:nvPr/>
          </p:nvSpPr>
          <p:spPr>
            <a:xfrm>
              <a:off x="935700" y="2955500"/>
              <a:ext cx="42575" cy="82100"/>
            </a:xfrm>
            <a:custGeom>
              <a:rect b="b" l="l" r="r" t="t"/>
              <a:pathLst>
                <a:path extrusionOk="0" h="3284" w="1703">
                  <a:moveTo>
                    <a:pt x="851" y="1"/>
                  </a:moveTo>
                  <a:cubicBezTo>
                    <a:pt x="395" y="1"/>
                    <a:pt x="0" y="730"/>
                    <a:pt x="0" y="1642"/>
                  </a:cubicBezTo>
                  <a:cubicBezTo>
                    <a:pt x="0" y="2554"/>
                    <a:pt x="395" y="3283"/>
                    <a:pt x="851" y="3283"/>
                  </a:cubicBezTo>
                  <a:cubicBezTo>
                    <a:pt x="1338" y="3283"/>
                    <a:pt x="1702" y="2523"/>
                    <a:pt x="1702" y="1642"/>
                  </a:cubicBezTo>
                  <a:cubicBezTo>
                    <a:pt x="1702" y="730"/>
                    <a:pt x="1338" y="1"/>
                    <a:pt x="851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7" name="Google Shape;4717;p87"/>
            <p:cNvSpPr/>
            <p:nvPr/>
          </p:nvSpPr>
          <p:spPr>
            <a:xfrm>
              <a:off x="692525" y="2963100"/>
              <a:ext cx="42575" cy="82100"/>
            </a:xfrm>
            <a:custGeom>
              <a:rect b="b" l="l" r="r" t="t"/>
              <a:pathLst>
                <a:path extrusionOk="0" h="3284" w="1703">
                  <a:moveTo>
                    <a:pt x="852" y="0"/>
                  </a:moveTo>
                  <a:cubicBezTo>
                    <a:pt x="365" y="0"/>
                    <a:pt x="1" y="730"/>
                    <a:pt x="1" y="1642"/>
                  </a:cubicBezTo>
                  <a:cubicBezTo>
                    <a:pt x="1" y="2554"/>
                    <a:pt x="365" y="3283"/>
                    <a:pt x="852" y="3283"/>
                  </a:cubicBezTo>
                  <a:cubicBezTo>
                    <a:pt x="1308" y="3283"/>
                    <a:pt x="1703" y="2554"/>
                    <a:pt x="1703" y="1642"/>
                  </a:cubicBezTo>
                  <a:cubicBezTo>
                    <a:pt x="1703" y="730"/>
                    <a:pt x="1308" y="0"/>
                    <a:pt x="85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8" name="Google Shape;4718;p87"/>
            <p:cNvSpPr/>
            <p:nvPr/>
          </p:nvSpPr>
          <p:spPr>
            <a:xfrm>
              <a:off x="931900" y="2798775"/>
              <a:ext cx="160350" cy="84000"/>
            </a:xfrm>
            <a:custGeom>
              <a:rect b="b" l="l" r="r" t="t"/>
              <a:pathLst>
                <a:path extrusionOk="0" h="3360" w="6414">
                  <a:moveTo>
                    <a:pt x="2254" y="0"/>
                  </a:moveTo>
                  <a:cubicBezTo>
                    <a:pt x="1178" y="0"/>
                    <a:pt x="337" y="355"/>
                    <a:pt x="183" y="950"/>
                  </a:cubicBezTo>
                  <a:cubicBezTo>
                    <a:pt x="0" y="1801"/>
                    <a:pt x="1186" y="2774"/>
                    <a:pt x="2857" y="3200"/>
                  </a:cubicBezTo>
                  <a:cubicBezTo>
                    <a:pt x="3309" y="3308"/>
                    <a:pt x="3751" y="3359"/>
                    <a:pt x="4160" y="3359"/>
                  </a:cubicBezTo>
                  <a:cubicBezTo>
                    <a:pt x="5236" y="3359"/>
                    <a:pt x="6077" y="3004"/>
                    <a:pt x="6231" y="2409"/>
                  </a:cubicBezTo>
                  <a:cubicBezTo>
                    <a:pt x="6414" y="1558"/>
                    <a:pt x="5228" y="586"/>
                    <a:pt x="3557" y="160"/>
                  </a:cubicBezTo>
                  <a:cubicBezTo>
                    <a:pt x="3105" y="51"/>
                    <a:pt x="2663" y="0"/>
                    <a:pt x="2254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9" name="Google Shape;4719;p87"/>
            <p:cNvSpPr/>
            <p:nvPr/>
          </p:nvSpPr>
          <p:spPr>
            <a:xfrm>
              <a:off x="593750" y="2802700"/>
              <a:ext cx="160350" cy="84025"/>
            </a:xfrm>
            <a:custGeom>
              <a:rect b="b" l="l" r="r" t="t"/>
              <a:pathLst>
                <a:path extrusionOk="0" h="3361" w="6414">
                  <a:moveTo>
                    <a:pt x="4240" y="0"/>
                  </a:moveTo>
                  <a:cubicBezTo>
                    <a:pt x="3803" y="0"/>
                    <a:pt x="3321" y="60"/>
                    <a:pt x="2827" y="185"/>
                  </a:cubicBezTo>
                  <a:cubicBezTo>
                    <a:pt x="1186" y="581"/>
                    <a:pt x="0" y="1584"/>
                    <a:pt x="213" y="2435"/>
                  </a:cubicBezTo>
                  <a:cubicBezTo>
                    <a:pt x="365" y="3022"/>
                    <a:pt x="1171" y="3360"/>
                    <a:pt x="2230" y="3360"/>
                  </a:cubicBezTo>
                  <a:cubicBezTo>
                    <a:pt x="2651" y="3360"/>
                    <a:pt x="3112" y="3307"/>
                    <a:pt x="3587" y="3195"/>
                  </a:cubicBezTo>
                  <a:cubicBezTo>
                    <a:pt x="5228" y="2769"/>
                    <a:pt x="6414" y="1766"/>
                    <a:pt x="6201" y="915"/>
                  </a:cubicBezTo>
                  <a:cubicBezTo>
                    <a:pt x="6072" y="337"/>
                    <a:pt x="5281" y="0"/>
                    <a:pt x="4240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0" name="Google Shape;4720;p87"/>
            <p:cNvSpPr/>
            <p:nvPr/>
          </p:nvSpPr>
          <p:spPr>
            <a:xfrm>
              <a:off x="880225" y="2835450"/>
              <a:ext cx="254575" cy="297900"/>
            </a:xfrm>
            <a:custGeom>
              <a:rect b="b" l="l" r="r" t="t"/>
              <a:pathLst>
                <a:path extrusionOk="0" h="11916" w="10183">
                  <a:moveTo>
                    <a:pt x="5076" y="730"/>
                  </a:moveTo>
                  <a:cubicBezTo>
                    <a:pt x="7478" y="730"/>
                    <a:pt x="9423" y="3070"/>
                    <a:pt x="9423" y="5958"/>
                  </a:cubicBezTo>
                  <a:cubicBezTo>
                    <a:pt x="9423" y="8845"/>
                    <a:pt x="7478" y="11186"/>
                    <a:pt x="5076" y="11186"/>
                  </a:cubicBezTo>
                  <a:cubicBezTo>
                    <a:pt x="2675" y="11186"/>
                    <a:pt x="730" y="8845"/>
                    <a:pt x="730" y="5958"/>
                  </a:cubicBezTo>
                  <a:cubicBezTo>
                    <a:pt x="730" y="3070"/>
                    <a:pt x="2675" y="730"/>
                    <a:pt x="5076" y="730"/>
                  </a:cubicBezTo>
                  <a:close/>
                  <a:moveTo>
                    <a:pt x="5076" y="0"/>
                  </a:moveTo>
                  <a:cubicBezTo>
                    <a:pt x="2280" y="0"/>
                    <a:pt x="0" y="2675"/>
                    <a:pt x="0" y="5958"/>
                  </a:cubicBezTo>
                  <a:cubicBezTo>
                    <a:pt x="0" y="9240"/>
                    <a:pt x="2280" y="11915"/>
                    <a:pt x="5076" y="11915"/>
                  </a:cubicBezTo>
                  <a:cubicBezTo>
                    <a:pt x="7903" y="11915"/>
                    <a:pt x="10183" y="9240"/>
                    <a:pt x="10183" y="5958"/>
                  </a:cubicBezTo>
                  <a:cubicBezTo>
                    <a:pt x="10183" y="2675"/>
                    <a:pt x="7903" y="0"/>
                    <a:pt x="5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1" name="Google Shape;4721;p87"/>
            <p:cNvSpPr/>
            <p:nvPr/>
          </p:nvSpPr>
          <p:spPr>
            <a:xfrm>
              <a:off x="526875" y="2838475"/>
              <a:ext cx="283450" cy="305500"/>
            </a:xfrm>
            <a:custGeom>
              <a:rect b="b" l="l" r="r" t="t"/>
              <a:pathLst>
                <a:path extrusionOk="0" h="12220" w="11338">
                  <a:moveTo>
                    <a:pt x="5654" y="791"/>
                  </a:moveTo>
                  <a:cubicBezTo>
                    <a:pt x="8359" y="791"/>
                    <a:pt x="10517" y="3162"/>
                    <a:pt x="10517" y="6110"/>
                  </a:cubicBezTo>
                  <a:cubicBezTo>
                    <a:pt x="10517" y="9028"/>
                    <a:pt x="8359" y="11429"/>
                    <a:pt x="5654" y="11429"/>
                  </a:cubicBezTo>
                  <a:cubicBezTo>
                    <a:pt x="2979" y="11429"/>
                    <a:pt x="791" y="9028"/>
                    <a:pt x="791" y="6110"/>
                  </a:cubicBezTo>
                  <a:cubicBezTo>
                    <a:pt x="791" y="3162"/>
                    <a:pt x="2979" y="791"/>
                    <a:pt x="5654" y="791"/>
                  </a:cubicBezTo>
                  <a:close/>
                  <a:moveTo>
                    <a:pt x="5654" y="1"/>
                  </a:moveTo>
                  <a:cubicBezTo>
                    <a:pt x="2554" y="1"/>
                    <a:pt x="0" y="2736"/>
                    <a:pt x="0" y="6110"/>
                  </a:cubicBezTo>
                  <a:cubicBezTo>
                    <a:pt x="0" y="9484"/>
                    <a:pt x="2554" y="12220"/>
                    <a:pt x="5654" y="12220"/>
                  </a:cubicBezTo>
                  <a:cubicBezTo>
                    <a:pt x="8785" y="12220"/>
                    <a:pt x="11338" y="9454"/>
                    <a:pt x="11338" y="6110"/>
                  </a:cubicBezTo>
                  <a:cubicBezTo>
                    <a:pt x="11338" y="2736"/>
                    <a:pt x="8785" y="1"/>
                    <a:pt x="56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2" name="Google Shape;4722;p87"/>
            <p:cNvSpPr/>
            <p:nvPr/>
          </p:nvSpPr>
          <p:spPr>
            <a:xfrm>
              <a:off x="796625" y="2942575"/>
              <a:ext cx="102825" cy="57025"/>
            </a:xfrm>
            <a:custGeom>
              <a:rect b="b" l="l" r="r" t="t"/>
              <a:pathLst>
                <a:path extrusionOk="0" h="2281" w="4113">
                  <a:moveTo>
                    <a:pt x="1939" y="1"/>
                  </a:moveTo>
                  <a:cubicBezTo>
                    <a:pt x="1194" y="1"/>
                    <a:pt x="457" y="350"/>
                    <a:pt x="1" y="1004"/>
                  </a:cubicBezTo>
                  <a:cubicBezTo>
                    <a:pt x="153" y="1369"/>
                    <a:pt x="183" y="1794"/>
                    <a:pt x="62" y="2189"/>
                  </a:cubicBezTo>
                  <a:cubicBezTo>
                    <a:pt x="31" y="2220"/>
                    <a:pt x="31" y="2250"/>
                    <a:pt x="31" y="2280"/>
                  </a:cubicBezTo>
                  <a:cubicBezTo>
                    <a:pt x="153" y="2280"/>
                    <a:pt x="305" y="2220"/>
                    <a:pt x="335" y="2037"/>
                  </a:cubicBezTo>
                  <a:cubicBezTo>
                    <a:pt x="532" y="1196"/>
                    <a:pt x="1235" y="713"/>
                    <a:pt x="1954" y="713"/>
                  </a:cubicBezTo>
                  <a:cubicBezTo>
                    <a:pt x="2455" y="713"/>
                    <a:pt x="2964" y="948"/>
                    <a:pt x="3314" y="1460"/>
                  </a:cubicBezTo>
                  <a:cubicBezTo>
                    <a:pt x="3388" y="1580"/>
                    <a:pt x="3499" y="1630"/>
                    <a:pt x="3609" y="1630"/>
                  </a:cubicBezTo>
                  <a:cubicBezTo>
                    <a:pt x="3861" y="1630"/>
                    <a:pt x="4112" y="1370"/>
                    <a:pt x="3922" y="1095"/>
                  </a:cubicBezTo>
                  <a:cubicBezTo>
                    <a:pt x="3436" y="350"/>
                    <a:pt x="2683" y="1"/>
                    <a:pt x="1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3" name="Google Shape;4723;p87"/>
            <p:cNvSpPr/>
            <p:nvPr/>
          </p:nvSpPr>
          <p:spPr>
            <a:xfrm>
              <a:off x="238700" y="2962325"/>
              <a:ext cx="310225" cy="87450"/>
            </a:xfrm>
            <a:custGeom>
              <a:rect b="b" l="l" r="r" t="t"/>
              <a:pathLst>
                <a:path extrusionOk="0" h="3498" w="12409">
                  <a:moveTo>
                    <a:pt x="4069" y="0"/>
                  </a:moveTo>
                  <a:cubicBezTo>
                    <a:pt x="4012" y="0"/>
                    <a:pt x="3955" y="0"/>
                    <a:pt x="3898" y="1"/>
                  </a:cubicBezTo>
                  <a:cubicBezTo>
                    <a:pt x="1801" y="31"/>
                    <a:pt x="828" y="1126"/>
                    <a:pt x="99" y="3010"/>
                  </a:cubicBezTo>
                  <a:cubicBezTo>
                    <a:pt x="0" y="3286"/>
                    <a:pt x="245" y="3497"/>
                    <a:pt x="480" y="3497"/>
                  </a:cubicBezTo>
                  <a:cubicBezTo>
                    <a:pt x="608" y="3497"/>
                    <a:pt x="733" y="3434"/>
                    <a:pt x="798" y="3284"/>
                  </a:cubicBezTo>
                  <a:cubicBezTo>
                    <a:pt x="1385" y="1690"/>
                    <a:pt x="2126" y="739"/>
                    <a:pt x="3851" y="739"/>
                  </a:cubicBezTo>
                  <a:cubicBezTo>
                    <a:pt x="4001" y="739"/>
                    <a:pt x="4158" y="746"/>
                    <a:pt x="4324" y="761"/>
                  </a:cubicBezTo>
                  <a:cubicBezTo>
                    <a:pt x="5205" y="852"/>
                    <a:pt x="6087" y="913"/>
                    <a:pt x="6938" y="1065"/>
                  </a:cubicBezTo>
                  <a:cubicBezTo>
                    <a:pt x="8701" y="1338"/>
                    <a:pt x="10433" y="1703"/>
                    <a:pt x="12135" y="2190"/>
                  </a:cubicBezTo>
                  <a:cubicBezTo>
                    <a:pt x="12196" y="1946"/>
                    <a:pt x="12287" y="1703"/>
                    <a:pt x="12409" y="1490"/>
                  </a:cubicBezTo>
                  <a:cubicBezTo>
                    <a:pt x="9728" y="716"/>
                    <a:pt x="6844" y="0"/>
                    <a:pt x="4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4" name="Google Shape;4724;p87"/>
            <p:cNvSpPr/>
            <p:nvPr/>
          </p:nvSpPr>
          <p:spPr>
            <a:xfrm>
              <a:off x="146325" y="2970200"/>
              <a:ext cx="194400" cy="236025"/>
            </a:xfrm>
            <a:custGeom>
              <a:rect b="b" l="l" r="r" t="t"/>
              <a:pathLst>
                <a:path extrusionOk="0" h="9441" w="7776">
                  <a:moveTo>
                    <a:pt x="5104" y="1"/>
                  </a:moveTo>
                  <a:cubicBezTo>
                    <a:pt x="3990" y="1"/>
                    <a:pt x="2749" y="520"/>
                    <a:pt x="1848" y="2361"/>
                  </a:cubicBezTo>
                  <a:cubicBezTo>
                    <a:pt x="0" y="6133"/>
                    <a:pt x="2938" y="9441"/>
                    <a:pt x="5973" y="9441"/>
                  </a:cubicBezTo>
                  <a:cubicBezTo>
                    <a:pt x="6583" y="9441"/>
                    <a:pt x="7196" y="9307"/>
                    <a:pt x="7775" y="9018"/>
                  </a:cubicBezTo>
                  <a:lnTo>
                    <a:pt x="7775" y="872"/>
                  </a:lnTo>
                  <a:cubicBezTo>
                    <a:pt x="7775" y="872"/>
                    <a:pt x="6546" y="1"/>
                    <a:pt x="5104" y="1"/>
                  </a:cubicBez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5" name="Google Shape;4725;p87"/>
          <p:cNvGrpSpPr/>
          <p:nvPr/>
        </p:nvGrpSpPr>
        <p:grpSpPr>
          <a:xfrm flipH="1">
            <a:off x="5242549" y="338929"/>
            <a:ext cx="1529611" cy="1260577"/>
            <a:chOff x="1273075" y="970275"/>
            <a:chExt cx="1112525" cy="916850"/>
          </a:xfrm>
        </p:grpSpPr>
        <p:sp>
          <p:nvSpPr>
            <p:cNvPr id="4726" name="Google Shape;4726;p87"/>
            <p:cNvSpPr/>
            <p:nvPr/>
          </p:nvSpPr>
          <p:spPr>
            <a:xfrm>
              <a:off x="1273075" y="970275"/>
              <a:ext cx="1112525" cy="793175"/>
            </a:xfrm>
            <a:custGeom>
              <a:rect b="b" l="l" r="r" t="t"/>
              <a:pathLst>
                <a:path extrusionOk="0" h="31727" w="44501">
                  <a:moveTo>
                    <a:pt x="21696" y="1"/>
                  </a:moveTo>
                  <a:cubicBezTo>
                    <a:pt x="16009" y="1"/>
                    <a:pt x="10690" y="509"/>
                    <a:pt x="7873" y="989"/>
                  </a:cubicBezTo>
                  <a:cubicBezTo>
                    <a:pt x="1" y="2326"/>
                    <a:pt x="2037" y="13816"/>
                    <a:pt x="1734" y="22083"/>
                  </a:cubicBezTo>
                  <a:cubicBezTo>
                    <a:pt x="1450" y="29759"/>
                    <a:pt x="13716" y="31727"/>
                    <a:pt x="24199" y="31727"/>
                  </a:cubicBezTo>
                  <a:cubicBezTo>
                    <a:pt x="29450" y="31727"/>
                    <a:pt x="34254" y="31233"/>
                    <a:pt x="36810" y="30716"/>
                  </a:cubicBezTo>
                  <a:cubicBezTo>
                    <a:pt x="44500" y="29196"/>
                    <a:pt x="44105" y="17676"/>
                    <a:pt x="43528" y="7889"/>
                  </a:cubicBezTo>
                  <a:cubicBezTo>
                    <a:pt x="43158" y="1617"/>
                    <a:pt x="31841" y="1"/>
                    <a:pt x="21696" y="1"/>
                  </a:cubicBez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87"/>
            <p:cNvSpPr/>
            <p:nvPr/>
          </p:nvSpPr>
          <p:spPr>
            <a:xfrm>
              <a:off x="1512450" y="1656850"/>
              <a:ext cx="177850" cy="230275"/>
            </a:xfrm>
            <a:custGeom>
              <a:rect b="b" l="l" r="r" t="t"/>
              <a:pathLst>
                <a:path extrusionOk="0" h="9211" w="7114">
                  <a:moveTo>
                    <a:pt x="2128" y="0"/>
                  </a:moveTo>
                  <a:cubicBezTo>
                    <a:pt x="2128" y="0"/>
                    <a:pt x="1" y="9210"/>
                    <a:pt x="2128" y="9210"/>
                  </a:cubicBezTo>
                  <a:cubicBezTo>
                    <a:pt x="4226" y="9210"/>
                    <a:pt x="7113" y="943"/>
                    <a:pt x="7113" y="943"/>
                  </a:cubicBezTo>
                  <a:lnTo>
                    <a:pt x="2128" y="0"/>
                  </a:ln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28" name="Google Shape;4728;p87"/>
          <p:cNvSpPr/>
          <p:nvPr/>
        </p:nvSpPr>
        <p:spPr>
          <a:xfrm>
            <a:off x="5545926" y="721754"/>
            <a:ext cx="941422" cy="31799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6"/>
                </a:solidFill>
                <a:latin typeface="Heebo"/>
              </a:rPr>
              <a:t>Hallo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2" name="Shape 4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Google Shape;4733;p88"/>
          <p:cNvSpPr txBox="1"/>
          <p:nvPr>
            <p:ph type="title"/>
          </p:nvPr>
        </p:nvSpPr>
        <p:spPr>
          <a:xfrm>
            <a:off x="4558910" y="554950"/>
            <a:ext cx="3849600" cy="109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Gracias!</a:t>
            </a:r>
            <a:endParaRPr/>
          </a:p>
        </p:txBody>
      </p:sp>
      <p:sp>
        <p:nvSpPr>
          <p:cNvPr id="4734" name="Google Shape;4734;p88"/>
          <p:cNvSpPr txBox="1"/>
          <p:nvPr>
            <p:ph idx="1" type="subTitle"/>
          </p:nvPr>
        </p:nvSpPr>
        <p:spPr>
          <a:xfrm>
            <a:off x="4558910" y="1788747"/>
            <a:ext cx="3849600" cy="10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atamaran"/>
                <a:ea typeface="Catamaran"/>
                <a:cs typeface="Catamaran"/>
                <a:sym typeface="Catamaran"/>
              </a:rPr>
              <a:t>¿Alguna pregunta?</a:t>
            </a:r>
            <a:endParaRPr b="1" sz="16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luis.muroya@pucp.edu.pe</a:t>
            </a:r>
            <a:endParaRPr/>
          </a:p>
        </p:txBody>
      </p:sp>
      <p:sp>
        <p:nvSpPr>
          <p:cNvPr id="4735" name="Google Shape;4735;p88"/>
          <p:cNvSpPr txBox="1"/>
          <p:nvPr/>
        </p:nvSpPr>
        <p:spPr>
          <a:xfrm>
            <a:off x="4558910" y="4335350"/>
            <a:ext cx="38496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Please keep this slide for attribution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grpSp>
        <p:nvGrpSpPr>
          <p:cNvPr id="4736" name="Google Shape;4736;p88"/>
          <p:cNvGrpSpPr/>
          <p:nvPr/>
        </p:nvGrpSpPr>
        <p:grpSpPr>
          <a:xfrm flipH="1">
            <a:off x="2771322" y="793102"/>
            <a:ext cx="1298474" cy="1070606"/>
            <a:chOff x="4017050" y="1452125"/>
            <a:chExt cx="1098075" cy="905375"/>
          </a:xfrm>
        </p:grpSpPr>
        <p:sp>
          <p:nvSpPr>
            <p:cNvPr id="4737" name="Google Shape;4737;p88"/>
            <p:cNvSpPr/>
            <p:nvPr/>
          </p:nvSpPr>
          <p:spPr>
            <a:xfrm>
              <a:off x="4017050" y="1452125"/>
              <a:ext cx="1098075" cy="783400"/>
            </a:xfrm>
            <a:custGeom>
              <a:rect b="b" l="l" r="r" t="t"/>
              <a:pathLst>
                <a:path extrusionOk="0" h="31336" w="43923">
                  <a:moveTo>
                    <a:pt x="21440" y="1"/>
                  </a:moveTo>
                  <a:cubicBezTo>
                    <a:pt x="15815" y="1"/>
                    <a:pt x="10548" y="505"/>
                    <a:pt x="7752" y="986"/>
                  </a:cubicBezTo>
                  <a:cubicBezTo>
                    <a:pt x="1" y="2323"/>
                    <a:pt x="1977" y="13661"/>
                    <a:pt x="1703" y="21807"/>
                  </a:cubicBezTo>
                  <a:cubicBezTo>
                    <a:pt x="1419" y="29394"/>
                    <a:pt x="13579" y="31335"/>
                    <a:pt x="23948" y="31335"/>
                  </a:cubicBezTo>
                  <a:cubicBezTo>
                    <a:pt x="29115" y="31335"/>
                    <a:pt x="33837" y="30853"/>
                    <a:pt x="36354" y="30348"/>
                  </a:cubicBezTo>
                  <a:cubicBezTo>
                    <a:pt x="43923" y="28828"/>
                    <a:pt x="43558" y="17460"/>
                    <a:pt x="42980" y="7794"/>
                  </a:cubicBezTo>
                  <a:cubicBezTo>
                    <a:pt x="42630" y="1603"/>
                    <a:pt x="31465" y="1"/>
                    <a:pt x="21440" y="1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8" name="Google Shape;4738;p88"/>
            <p:cNvSpPr/>
            <p:nvPr/>
          </p:nvSpPr>
          <p:spPr>
            <a:xfrm>
              <a:off x="4511000" y="2130250"/>
              <a:ext cx="174800" cy="227250"/>
            </a:xfrm>
            <a:custGeom>
              <a:rect b="b" l="l" r="r" t="t"/>
              <a:pathLst>
                <a:path extrusionOk="0" h="9090" w="6992">
                  <a:moveTo>
                    <a:pt x="4924" y="1"/>
                  </a:moveTo>
                  <a:lnTo>
                    <a:pt x="0" y="943"/>
                  </a:lnTo>
                  <a:cubicBezTo>
                    <a:pt x="0" y="943"/>
                    <a:pt x="2827" y="9089"/>
                    <a:pt x="4924" y="9089"/>
                  </a:cubicBezTo>
                  <a:cubicBezTo>
                    <a:pt x="6991" y="9089"/>
                    <a:pt x="4924" y="1"/>
                    <a:pt x="4924" y="1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9" name="Google Shape;4739;p88"/>
          <p:cNvGrpSpPr/>
          <p:nvPr/>
        </p:nvGrpSpPr>
        <p:grpSpPr>
          <a:xfrm flipH="1">
            <a:off x="982858" y="737875"/>
            <a:ext cx="1299361" cy="1060170"/>
            <a:chOff x="5554325" y="1394575"/>
            <a:chExt cx="1098825" cy="896550"/>
          </a:xfrm>
        </p:grpSpPr>
        <p:sp>
          <p:nvSpPr>
            <p:cNvPr id="4740" name="Google Shape;4740;p88"/>
            <p:cNvSpPr/>
            <p:nvPr/>
          </p:nvSpPr>
          <p:spPr>
            <a:xfrm>
              <a:off x="5554325" y="1394575"/>
              <a:ext cx="1098825" cy="783375"/>
            </a:xfrm>
            <a:custGeom>
              <a:rect b="b" l="l" r="r" t="t"/>
              <a:pathLst>
                <a:path extrusionOk="0" h="31335" w="43953">
                  <a:moveTo>
                    <a:pt x="21388" y="0"/>
                  </a:moveTo>
                  <a:cubicBezTo>
                    <a:pt x="15789" y="0"/>
                    <a:pt x="10557" y="499"/>
                    <a:pt x="7782" y="978"/>
                  </a:cubicBezTo>
                  <a:cubicBezTo>
                    <a:pt x="0" y="2315"/>
                    <a:pt x="2006" y="13653"/>
                    <a:pt x="1703" y="21829"/>
                  </a:cubicBezTo>
                  <a:cubicBezTo>
                    <a:pt x="1439" y="29399"/>
                    <a:pt x="13549" y="31335"/>
                    <a:pt x="23905" y="31335"/>
                  </a:cubicBezTo>
                  <a:cubicBezTo>
                    <a:pt x="29101" y="31335"/>
                    <a:pt x="33855" y="30848"/>
                    <a:pt x="36384" y="30340"/>
                  </a:cubicBezTo>
                  <a:cubicBezTo>
                    <a:pt x="43953" y="28820"/>
                    <a:pt x="43588" y="17452"/>
                    <a:pt x="43010" y="7786"/>
                  </a:cubicBezTo>
                  <a:cubicBezTo>
                    <a:pt x="42640" y="1602"/>
                    <a:pt x="31424" y="0"/>
                    <a:pt x="21388" y="0"/>
                  </a:cubicBezTo>
                  <a:close/>
                </a:path>
              </a:pathLst>
            </a:custGeom>
            <a:solidFill>
              <a:srgbClr val="FFA4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1" name="Google Shape;4741;p88"/>
            <p:cNvSpPr/>
            <p:nvPr/>
          </p:nvSpPr>
          <p:spPr>
            <a:xfrm>
              <a:off x="5925900" y="2051225"/>
              <a:ext cx="171775" cy="239900"/>
            </a:xfrm>
            <a:custGeom>
              <a:rect b="b" l="l" r="r" t="t"/>
              <a:pathLst>
                <a:path extrusionOk="0" h="9596" w="6871">
                  <a:moveTo>
                    <a:pt x="2250" y="1"/>
                  </a:moveTo>
                  <a:cubicBezTo>
                    <a:pt x="2250" y="1"/>
                    <a:pt x="1" y="8299"/>
                    <a:pt x="1703" y="9484"/>
                  </a:cubicBezTo>
                  <a:cubicBezTo>
                    <a:pt x="1814" y="9560"/>
                    <a:pt x="1932" y="9596"/>
                    <a:pt x="2055" y="9596"/>
                  </a:cubicBezTo>
                  <a:cubicBezTo>
                    <a:pt x="3861" y="9596"/>
                    <a:pt x="6870" y="2007"/>
                    <a:pt x="6870" y="2007"/>
                  </a:cubicBezTo>
                  <a:lnTo>
                    <a:pt x="2250" y="1"/>
                  </a:lnTo>
                  <a:close/>
                </a:path>
              </a:pathLst>
            </a:custGeom>
            <a:solidFill>
              <a:srgbClr val="FFA4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42" name="Google Shape;4742;p88"/>
          <p:cNvSpPr/>
          <p:nvPr/>
        </p:nvSpPr>
        <p:spPr>
          <a:xfrm rot="-26">
            <a:off x="2999485" y="1110144"/>
            <a:ext cx="840827" cy="24981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6"/>
                </a:solidFill>
                <a:latin typeface="Heebo"/>
              </a:rPr>
              <a:t>Adieu</a:t>
            </a:r>
          </a:p>
        </p:txBody>
      </p:sp>
      <p:sp>
        <p:nvSpPr>
          <p:cNvPr id="4743" name="Google Shape;4743;p88"/>
          <p:cNvSpPr/>
          <p:nvPr/>
        </p:nvSpPr>
        <p:spPr>
          <a:xfrm rot="-26">
            <a:off x="1332203" y="1055310"/>
            <a:ext cx="608104" cy="30372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6"/>
                </a:solidFill>
                <a:latin typeface="Heebo"/>
              </a:rPr>
              <a:t>Bye!</a:t>
            </a:r>
          </a:p>
        </p:txBody>
      </p:sp>
      <p:grpSp>
        <p:nvGrpSpPr>
          <p:cNvPr id="4744" name="Google Shape;4744;p88"/>
          <p:cNvGrpSpPr/>
          <p:nvPr/>
        </p:nvGrpSpPr>
        <p:grpSpPr>
          <a:xfrm flipH="1">
            <a:off x="439393" y="1863703"/>
            <a:ext cx="3520657" cy="3404920"/>
            <a:chOff x="4071000" y="2346650"/>
            <a:chExt cx="2977300" cy="2879425"/>
          </a:xfrm>
        </p:grpSpPr>
        <p:sp>
          <p:nvSpPr>
            <p:cNvPr id="4745" name="Google Shape;4745;p88"/>
            <p:cNvSpPr/>
            <p:nvPr/>
          </p:nvSpPr>
          <p:spPr>
            <a:xfrm>
              <a:off x="4500350" y="3574275"/>
              <a:ext cx="1575725" cy="638275"/>
            </a:xfrm>
            <a:custGeom>
              <a:rect b="b" l="l" r="r" t="t"/>
              <a:pathLst>
                <a:path extrusionOk="0" h="25531" w="63029">
                  <a:moveTo>
                    <a:pt x="57545" y="1"/>
                  </a:moveTo>
                  <a:cubicBezTo>
                    <a:pt x="56674" y="1"/>
                    <a:pt x="55606" y="259"/>
                    <a:pt x="54318" y="843"/>
                  </a:cubicBezTo>
                  <a:cubicBezTo>
                    <a:pt x="49734" y="2913"/>
                    <a:pt x="38246" y="10679"/>
                    <a:pt x="32084" y="10679"/>
                  </a:cubicBezTo>
                  <a:cubicBezTo>
                    <a:pt x="31913" y="10679"/>
                    <a:pt x="31745" y="10673"/>
                    <a:pt x="31582" y="10660"/>
                  </a:cubicBezTo>
                  <a:cubicBezTo>
                    <a:pt x="25533" y="10174"/>
                    <a:pt x="2128" y="8989"/>
                    <a:pt x="2128" y="8989"/>
                  </a:cubicBezTo>
                  <a:lnTo>
                    <a:pt x="1" y="22180"/>
                  </a:lnTo>
                  <a:cubicBezTo>
                    <a:pt x="1" y="22180"/>
                    <a:pt x="17340" y="25530"/>
                    <a:pt x="29632" y="25530"/>
                  </a:cubicBezTo>
                  <a:cubicBezTo>
                    <a:pt x="31584" y="25530"/>
                    <a:pt x="33409" y="25446"/>
                    <a:pt x="35016" y="25250"/>
                  </a:cubicBezTo>
                  <a:cubicBezTo>
                    <a:pt x="46719" y="23822"/>
                    <a:pt x="52585" y="18290"/>
                    <a:pt x="56962" y="13943"/>
                  </a:cubicBezTo>
                  <a:cubicBezTo>
                    <a:pt x="60765" y="10219"/>
                    <a:pt x="63029" y="1"/>
                    <a:pt x="57545" y="1"/>
                  </a:cubicBez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6" name="Google Shape;4746;p88"/>
            <p:cNvSpPr/>
            <p:nvPr/>
          </p:nvSpPr>
          <p:spPr>
            <a:xfrm>
              <a:off x="5657675" y="3509450"/>
              <a:ext cx="1232550" cy="1710550"/>
            </a:xfrm>
            <a:custGeom>
              <a:rect b="b" l="l" r="r" t="t"/>
              <a:pathLst>
                <a:path extrusionOk="0" h="68422" w="49302">
                  <a:moveTo>
                    <a:pt x="20973" y="1"/>
                  </a:moveTo>
                  <a:cubicBezTo>
                    <a:pt x="1490" y="1"/>
                    <a:pt x="0" y="15381"/>
                    <a:pt x="0" y="23983"/>
                  </a:cubicBezTo>
                  <a:lnTo>
                    <a:pt x="0" y="68421"/>
                  </a:lnTo>
                  <a:lnTo>
                    <a:pt x="45351" y="68421"/>
                  </a:lnTo>
                  <a:cubicBezTo>
                    <a:pt x="45351" y="68421"/>
                    <a:pt x="49302" y="34469"/>
                    <a:pt x="45351" y="18664"/>
                  </a:cubicBezTo>
                  <a:cubicBezTo>
                    <a:pt x="41399" y="2858"/>
                    <a:pt x="28055" y="1"/>
                    <a:pt x="20973" y="1"/>
                  </a:cubicBez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7" name="Google Shape;4747;p88"/>
            <p:cNvSpPr/>
            <p:nvPr/>
          </p:nvSpPr>
          <p:spPr>
            <a:xfrm>
              <a:off x="5651575" y="3984400"/>
              <a:ext cx="1145950" cy="1241675"/>
            </a:xfrm>
            <a:custGeom>
              <a:rect b="b" l="l" r="r" t="t"/>
              <a:pathLst>
                <a:path extrusionOk="0" h="49667" w="45838">
                  <a:moveTo>
                    <a:pt x="427" y="0"/>
                  </a:moveTo>
                  <a:cubicBezTo>
                    <a:pt x="305" y="0"/>
                    <a:pt x="214" y="91"/>
                    <a:pt x="214" y="243"/>
                  </a:cubicBezTo>
                  <a:cubicBezTo>
                    <a:pt x="214" y="8724"/>
                    <a:pt x="1" y="49028"/>
                    <a:pt x="1" y="49423"/>
                  </a:cubicBezTo>
                  <a:lnTo>
                    <a:pt x="1" y="49667"/>
                  </a:lnTo>
                  <a:lnTo>
                    <a:pt x="45595" y="49667"/>
                  </a:lnTo>
                  <a:cubicBezTo>
                    <a:pt x="45747" y="49667"/>
                    <a:pt x="45838" y="49545"/>
                    <a:pt x="45838" y="49423"/>
                  </a:cubicBezTo>
                  <a:cubicBezTo>
                    <a:pt x="45838" y="49302"/>
                    <a:pt x="45747" y="49180"/>
                    <a:pt x="45595" y="49180"/>
                  </a:cubicBezTo>
                  <a:lnTo>
                    <a:pt x="487" y="49180"/>
                  </a:lnTo>
                  <a:cubicBezTo>
                    <a:pt x="487" y="45837"/>
                    <a:pt x="670" y="8359"/>
                    <a:pt x="670" y="243"/>
                  </a:cubicBezTo>
                  <a:cubicBezTo>
                    <a:pt x="670" y="91"/>
                    <a:pt x="579" y="0"/>
                    <a:pt x="427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8" name="Google Shape;4748;p88"/>
            <p:cNvSpPr/>
            <p:nvPr/>
          </p:nvSpPr>
          <p:spPr>
            <a:xfrm>
              <a:off x="6517100" y="3674350"/>
              <a:ext cx="531200" cy="1545650"/>
            </a:xfrm>
            <a:custGeom>
              <a:rect b="b" l="l" r="r" t="t"/>
              <a:pathLst>
                <a:path extrusionOk="0" h="61826" w="21248">
                  <a:moveTo>
                    <a:pt x="4135" y="1"/>
                  </a:moveTo>
                  <a:cubicBezTo>
                    <a:pt x="4135" y="1"/>
                    <a:pt x="1" y="45077"/>
                    <a:pt x="669" y="61825"/>
                  </a:cubicBezTo>
                  <a:lnTo>
                    <a:pt x="17022" y="61825"/>
                  </a:lnTo>
                  <a:cubicBezTo>
                    <a:pt x="17022" y="61825"/>
                    <a:pt x="21247" y="7660"/>
                    <a:pt x="4135" y="1"/>
                  </a:cubicBez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9" name="Google Shape;4749;p88"/>
            <p:cNvSpPr/>
            <p:nvPr/>
          </p:nvSpPr>
          <p:spPr>
            <a:xfrm>
              <a:off x="6521675" y="4225275"/>
              <a:ext cx="427075" cy="1000800"/>
            </a:xfrm>
            <a:custGeom>
              <a:rect b="b" l="l" r="r" t="t"/>
              <a:pathLst>
                <a:path extrusionOk="0" h="40032" w="17083">
                  <a:moveTo>
                    <a:pt x="2280" y="1"/>
                  </a:moveTo>
                  <a:cubicBezTo>
                    <a:pt x="2128" y="1"/>
                    <a:pt x="2037" y="92"/>
                    <a:pt x="2006" y="213"/>
                  </a:cubicBezTo>
                  <a:cubicBezTo>
                    <a:pt x="1368" y="9210"/>
                    <a:pt x="0" y="33527"/>
                    <a:pt x="274" y="39788"/>
                  </a:cubicBezTo>
                  <a:lnTo>
                    <a:pt x="274" y="40032"/>
                  </a:lnTo>
                  <a:lnTo>
                    <a:pt x="16839" y="40032"/>
                  </a:lnTo>
                  <a:cubicBezTo>
                    <a:pt x="16991" y="40032"/>
                    <a:pt x="17082" y="39910"/>
                    <a:pt x="17082" y="39788"/>
                  </a:cubicBezTo>
                  <a:cubicBezTo>
                    <a:pt x="17082" y="39667"/>
                    <a:pt x="16991" y="39545"/>
                    <a:pt x="16839" y="39545"/>
                  </a:cubicBezTo>
                  <a:lnTo>
                    <a:pt x="730" y="39545"/>
                  </a:lnTo>
                  <a:cubicBezTo>
                    <a:pt x="517" y="32949"/>
                    <a:pt x="1854" y="9150"/>
                    <a:pt x="2493" y="244"/>
                  </a:cubicBezTo>
                  <a:cubicBezTo>
                    <a:pt x="2493" y="122"/>
                    <a:pt x="2401" y="1"/>
                    <a:pt x="2280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0" name="Google Shape;4750;p88"/>
            <p:cNvSpPr/>
            <p:nvPr/>
          </p:nvSpPr>
          <p:spPr>
            <a:xfrm>
              <a:off x="5854600" y="3376550"/>
              <a:ext cx="786400" cy="534150"/>
            </a:xfrm>
            <a:custGeom>
              <a:rect b="b" l="l" r="r" t="t"/>
              <a:pathLst>
                <a:path extrusionOk="0" h="21366" w="31456">
                  <a:moveTo>
                    <a:pt x="16702" y="0"/>
                  </a:moveTo>
                  <a:cubicBezTo>
                    <a:pt x="7960" y="0"/>
                    <a:pt x="2000" y="5309"/>
                    <a:pt x="1455" y="8235"/>
                  </a:cubicBezTo>
                  <a:cubicBezTo>
                    <a:pt x="0" y="16325"/>
                    <a:pt x="6611" y="17559"/>
                    <a:pt x="5387" y="21330"/>
                  </a:cubicBezTo>
                  <a:lnTo>
                    <a:pt x="5387" y="21330"/>
                  </a:lnTo>
                  <a:cubicBezTo>
                    <a:pt x="5491" y="21043"/>
                    <a:pt x="6342" y="19125"/>
                    <a:pt x="10658" y="19125"/>
                  </a:cubicBezTo>
                  <a:cubicBezTo>
                    <a:pt x="11372" y="19125"/>
                    <a:pt x="12180" y="19178"/>
                    <a:pt x="13096" y="19299"/>
                  </a:cubicBezTo>
                  <a:cubicBezTo>
                    <a:pt x="14211" y="19446"/>
                    <a:pt x="15440" y="19522"/>
                    <a:pt x="16719" y="19522"/>
                  </a:cubicBezTo>
                  <a:cubicBezTo>
                    <a:pt x="23390" y="19522"/>
                    <a:pt x="31399" y="17435"/>
                    <a:pt x="31425" y="12308"/>
                  </a:cubicBezTo>
                  <a:cubicBezTo>
                    <a:pt x="31455" y="6229"/>
                    <a:pt x="27838" y="758"/>
                    <a:pt x="18294" y="58"/>
                  </a:cubicBezTo>
                  <a:cubicBezTo>
                    <a:pt x="17754" y="19"/>
                    <a:pt x="17223" y="0"/>
                    <a:pt x="16702" y="0"/>
                  </a:cubicBezTo>
                  <a:close/>
                  <a:moveTo>
                    <a:pt x="5387" y="21330"/>
                  </a:moveTo>
                  <a:lnTo>
                    <a:pt x="5387" y="21330"/>
                  </a:lnTo>
                  <a:cubicBezTo>
                    <a:pt x="5379" y="21353"/>
                    <a:pt x="5376" y="21366"/>
                    <a:pt x="5376" y="21366"/>
                  </a:cubicBezTo>
                  <a:cubicBezTo>
                    <a:pt x="5380" y="21354"/>
                    <a:pt x="5384" y="21342"/>
                    <a:pt x="5387" y="2133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1" name="Google Shape;4751;p88"/>
            <p:cNvSpPr/>
            <p:nvPr/>
          </p:nvSpPr>
          <p:spPr>
            <a:xfrm>
              <a:off x="5819525" y="3767075"/>
              <a:ext cx="140600" cy="402000"/>
            </a:xfrm>
            <a:custGeom>
              <a:rect b="b" l="l" r="r" t="t"/>
              <a:pathLst>
                <a:path extrusionOk="0" h="16080" w="5624">
                  <a:moveTo>
                    <a:pt x="5441" y="0"/>
                  </a:moveTo>
                  <a:cubicBezTo>
                    <a:pt x="3222" y="942"/>
                    <a:pt x="1672" y="3283"/>
                    <a:pt x="1672" y="5684"/>
                  </a:cubicBezTo>
                  <a:cubicBezTo>
                    <a:pt x="1642" y="6383"/>
                    <a:pt x="1794" y="6991"/>
                    <a:pt x="2037" y="7508"/>
                  </a:cubicBezTo>
                  <a:cubicBezTo>
                    <a:pt x="2219" y="7872"/>
                    <a:pt x="2462" y="8176"/>
                    <a:pt x="2706" y="8480"/>
                  </a:cubicBezTo>
                  <a:cubicBezTo>
                    <a:pt x="2918" y="8724"/>
                    <a:pt x="3101" y="8967"/>
                    <a:pt x="3253" y="9240"/>
                  </a:cubicBezTo>
                  <a:cubicBezTo>
                    <a:pt x="3648" y="9909"/>
                    <a:pt x="3739" y="10699"/>
                    <a:pt x="3526" y="11429"/>
                  </a:cubicBezTo>
                  <a:cubicBezTo>
                    <a:pt x="3253" y="12462"/>
                    <a:pt x="2462" y="13222"/>
                    <a:pt x="1611" y="14043"/>
                  </a:cubicBezTo>
                  <a:cubicBezTo>
                    <a:pt x="1034" y="14590"/>
                    <a:pt x="426" y="15167"/>
                    <a:pt x="0" y="15836"/>
                  </a:cubicBezTo>
                  <a:lnTo>
                    <a:pt x="396" y="16079"/>
                  </a:lnTo>
                  <a:cubicBezTo>
                    <a:pt x="791" y="15471"/>
                    <a:pt x="1368" y="14924"/>
                    <a:pt x="1946" y="14377"/>
                  </a:cubicBezTo>
                  <a:cubicBezTo>
                    <a:pt x="2797" y="13556"/>
                    <a:pt x="3678" y="12736"/>
                    <a:pt x="4013" y="11550"/>
                  </a:cubicBezTo>
                  <a:cubicBezTo>
                    <a:pt x="4225" y="10699"/>
                    <a:pt x="4104" y="9757"/>
                    <a:pt x="3678" y="8997"/>
                  </a:cubicBezTo>
                  <a:cubicBezTo>
                    <a:pt x="3496" y="8693"/>
                    <a:pt x="3283" y="8420"/>
                    <a:pt x="3070" y="8176"/>
                  </a:cubicBezTo>
                  <a:cubicBezTo>
                    <a:pt x="2827" y="7872"/>
                    <a:pt x="2614" y="7599"/>
                    <a:pt x="2462" y="7295"/>
                  </a:cubicBezTo>
                  <a:cubicBezTo>
                    <a:pt x="2250" y="6869"/>
                    <a:pt x="2128" y="6322"/>
                    <a:pt x="2128" y="5684"/>
                  </a:cubicBezTo>
                  <a:cubicBezTo>
                    <a:pt x="2159" y="3465"/>
                    <a:pt x="3587" y="1307"/>
                    <a:pt x="5624" y="426"/>
                  </a:cubicBezTo>
                  <a:lnTo>
                    <a:pt x="54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2" name="Google Shape;4752;p88"/>
            <p:cNvSpPr/>
            <p:nvPr/>
          </p:nvSpPr>
          <p:spPr>
            <a:xfrm>
              <a:off x="6035325" y="3801250"/>
              <a:ext cx="139100" cy="415700"/>
            </a:xfrm>
            <a:custGeom>
              <a:rect b="b" l="l" r="r" t="t"/>
              <a:pathLst>
                <a:path extrusionOk="0" h="16628" w="5564">
                  <a:moveTo>
                    <a:pt x="3770" y="1"/>
                  </a:moveTo>
                  <a:lnTo>
                    <a:pt x="3466" y="396"/>
                  </a:lnTo>
                  <a:cubicBezTo>
                    <a:pt x="4530" y="1217"/>
                    <a:pt x="5047" y="2797"/>
                    <a:pt x="4773" y="4287"/>
                  </a:cubicBezTo>
                  <a:cubicBezTo>
                    <a:pt x="4469" y="5958"/>
                    <a:pt x="3405" y="7205"/>
                    <a:pt x="2524" y="7995"/>
                  </a:cubicBezTo>
                  <a:cubicBezTo>
                    <a:pt x="2372" y="8116"/>
                    <a:pt x="2220" y="8268"/>
                    <a:pt x="2068" y="8390"/>
                  </a:cubicBezTo>
                  <a:cubicBezTo>
                    <a:pt x="1125" y="9211"/>
                    <a:pt x="62" y="10123"/>
                    <a:pt x="31" y="11430"/>
                  </a:cubicBezTo>
                  <a:cubicBezTo>
                    <a:pt x="1" y="12250"/>
                    <a:pt x="426" y="13010"/>
                    <a:pt x="882" y="13709"/>
                  </a:cubicBezTo>
                  <a:cubicBezTo>
                    <a:pt x="1551" y="14712"/>
                    <a:pt x="2281" y="15715"/>
                    <a:pt x="3101" y="16627"/>
                  </a:cubicBezTo>
                  <a:lnTo>
                    <a:pt x="3436" y="16293"/>
                  </a:lnTo>
                  <a:cubicBezTo>
                    <a:pt x="2676" y="15411"/>
                    <a:pt x="1916" y="14439"/>
                    <a:pt x="1277" y="13436"/>
                  </a:cubicBezTo>
                  <a:cubicBezTo>
                    <a:pt x="882" y="12858"/>
                    <a:pt x="487" y="12159"/>
                    <a:pt x="487" y="11430"/>
                  </a:cubicBezTo>
                  <a:cubicBezTo>
                    <a:pt x="518" y="10335"/>
                    <a:pt x="1460" y="9545"/>
                    <a:pt x="2372" y="8755"/>
                  </a:cubicBezTo>
                  <a:cubicBezTo>
                    <a:pt x="2524" y="8633"/>
                    <a:pt x="2706" y="8481"/>
                    <a:pt x="2858" y="8360"/>
                  </a:cubicBezTo>
                  <a:cubicBezTo>
                    <a:pt x="3770" y="7509"/>
                    <a:pt x="4925" y="6171"/>
                    <a:pt x="5259" y="4378"/>
                  </a:cubicBezTo>
                  <a:cubicBezTo>
                    <a:pt x="5563" y="2676"/>
                    <a:pt x="4986" y="973"/>
                    <a:pt x="37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3" name="Google Shape;4753;p88"/>
            <p:cNvSpPr/>
            <p:nvPr/>
          </p:nvSpPr>
          <p:spPr>
            <a:xfrm>
              <a:off x="5735175" y="2507175"/>
              <a:ext cx="671000" cy="1227275"/>
            </a:xfrm>
            <a:custGeom>
              <a:rect b="b" l="l" r="r" t="t"/>
              <a:pathLst>
                <a:path extrusionOk="0" h="49091" w="26840">
                  <a:moveTo>
                    <a:pt x="13770" y="0"/>
                  </a:moveTo>
                  <a:cubicBezTo>
                    <a:pt x="4773" y="0"/>
                    <a:pt x="1" y="5988"/>
                    <a:pt x="1" y="12523"/>
                  </a:cubicBezTo>
                  <a:lnTo>
                    <a:pt x="1" y="32706"/>
                  </a:lnTo>
                  <a:cubicBezTo>
                    <a:pt x="1" y="35441"/>
                    <a:pt x="3371" y="39876"/>
                    <a:pt x="11553" y="39876"/>
                  </a:cubicBezTo>
                  <a:cubicBezTo>
                    <a:pt x="11918" y="39876"/>
                    <a:pt x="12292" y="39867"/>
                    <a:pt x="12676" y="39849"/>
                  </a:cubicBezTo>
                  <a:lnTo>
                    <a:pt x="12676" y="47569"/>
                  </a:lnTo>
                  <a:cubicBezTo>
                    <a:pt x="12676" y="48602"/>
                    <a:pt x="14451" y="49091"/>
                    <a:pt x="16745" y="49091"/>
                  </a:cubicBezTo>
                  <a:cubicBezTo>
                    <a:pt x="20930" y="49091"/>
                    <a:pt x="26840" y="47466"/>
                    <a:pt x="26840" y="44560"/>
                  </a:cubicBezTo>
                  <a:lnTo>
                    <a:pt x="26840" y="10639"/>
                  </a:lnTo>
                  <a:cubicBezTo>
                    <a:pt x="26840" y="7508"/>
                    <a:pt x="22767" y="0"/>
                    <a:pt x="13770" y="0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4" name="Google Shape;4754;p88"/>
            <p:cNvSpPr/>
            <p:nvPr/>
          </p:nvSpPr>
          <p:spPr>
            <a:xfrm>
              <a:off x="5847650" y="3397200"/>
              <a:ext cx="184675" cy="201200"/>
            </a:xfrm>
            <a:custGeom>
              <a:rect b="b" l="l" r="r" t="t"/>
              <a:pathLst>
                <a:path extrusionOk="0" h="8048" w="7387">
                  <a:moveTo>
                    <a:pt x="4153" y="0"/>
                  </a:moveTo>
                  <a:cubicBezTo>
                    <a:pt x="3828" y="0"/>
                    <a:pt x="3494" y="51"/>
                    <a:pt x="3161" y="144"/>
                  </a:cubicBezTo>
                  <a:cubicBezTo>
                    <a:pt x="730" y="813"/>
                    <a:pt x="0" y="2728"/>
                    <a:pt x="730" y="4856"/>
                  </a:cubicBezTo>
                  <a:cubicBezTo>
                    <a:pt x="1459" y="6983"/>
                    <a:pt x="0" y="8047"/>
                    <a:pt x="0" y="8047"/>
                  </a:cubicBezTo>
                  <a:cubicBezTo>
                    <a:pt x="0" y="8047"/>
                    <a:pt x="3161" y="7075"/>
                    <a:pt x="3678" y="5372"/>
                  </a:cubicBezTo>
                  <a:cubicBezTo>
                    <a:pt x="3678" y="5372"/>
                    <a:pt x="4255" y="6588"/>
                    <a:pt x="3678" y="7257"/>
                  </a:cubicBezTo>
                  <a:cubicBezTo>
                    <a:pt x="3678" y="7257"/>
                    <a:pt x="7386" y="6315"/>
                    <a:pt x="7021" y="3305"/>
                  </a:cubicBezTo>
                  <a:cubicBezTo>
                    <a:pt x="6727" y="899"/>
                    <a:pt x="5519" y="0"/>
                    <a:pt x="4153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5" name="Google Shape;4755;p88"/>
            <p:cNvSpPr/>
            <p:nvPr/>
          </p:nvSpPr>
          <p:spPr>
            <a:xfrm>
              <a:off x="6261025" y="2630275"/>
              <a:ext cx="251550" cy="492425"/>
            </a:xfrm>
            <a:custGeom>
              <a:rect b="b" l="l" r="r" t="t"/>
              <a:pathLst>
                <a:path extrusionOk="0" h="19697" w="10062">
                  <a:moveTo>
                    <a:pt x="7052" y="0"/>
                  </a:moveTo>
                  <a:lnTo>
                    <a:pt x="0" y="6231"/>
                  </a:lnTo>
                  <a:cubicBezTo>
                    <a:pt x="0" y="6231"/>
                    <a:pt x="3800" y="7812"/>
                    <a:pt x="3800" y="11247"/>
                  </a:cubicBezTo>
                  <a:lnTo>
                    <a:pt x="3800" y="19697"/>
                  </a:lnTo>
                  <a:lnTo>
                    <a:pt x="8055" y="19697"/>
                  </a:lnTo>
                  <a:cubicBezTo>
                    <a:pt x="8055" y="19697"/>
                    <a:pt x="10061" y="15563"/>
                    <a:pt x="9879" y="9119"/>
                  </a:cubicBezTo>
                  <a:cubicBezTo>
                    <a:pt x="9697" y="2675"/>
                    <a:pt x="7052" y="0"/>
                    <a:pt x="7052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6" name="Google Shape;4756;p88"/>
            <p:cNvSpPr/>
            <p:nvPr/>
          </p:nvSpPr>
          <p:spPr>
            <a:xfrm>
              <a:off x="5583200" y="2396225"/>
              <a:ext cx="919500" cy="456425"/>
            </a:xfrm>
            <a:custGeom>
              <a:rect b="b" l="l" r="r" t="t"/>
              <a:pathLst>
                <a:path extrusionOk="0" h="18257" w="36780">
                  <a:moveTo>
                    <a:pt x="9666" y="0"/>
                  </a:moveTo>
                  <a:cubicBezTo>
                    <a:pt x="9666" y="0"/>
                    <a:pt x="7842" y="3648"/>
                    <a:pt x="9666" y="6171"/>
                  </a:cubicBezTo>
                  <a:cubicBezTo>
                    <a:pt x="9666" y="6171"/>
                    <a:pt x="8612" y="6341"/>
                    <a:pt x="7176" y="6341"/>
                  </a:cubicBezTo>
                  <a:cubicBezTo>
                    <a:pt x="4819" y="6341"/>
                    <a:pt x="1436" y="5883"/>
                    <a:pt x="0" y="3465"/>
                  </a:cubicBezTo>
                  <a:lnTo>
                    <a:pt x="0" y="3465"/>
                  </a:lnTo>
                  <a:cubicBezTo>
                    <a:pt x="1" y="3466"/>
                    <a:pt x="1338" y="10092"/>
                    <a:pt x="4924" y="12341"/>
                  </a:cubicBezTo>
                  <a:cubicBezTo>
                    <a:pt x="4924" y="12341"/>
                    <a:pt x="4885" y="12342"/>
                    <a:pt x="4812" y="12342"/>
                  </a:cubicBezTo>
                  <a:cubicBezTo>
                    <a:pt x="4271" y="12342"/>
                    <a:pt x="1919" y="12295"/>
                    <a:pt x="1034" y="11490"/>
                  </a:cubicBezTo>
                  <a:lnTo>
                    <a:pt x="1034" y="11490"/>
                  </a:lnTo>
                  <a:cubicBezTo>
                    <a:pt x="1034" y="11490"/>
                    <a:pt x="1481" y="17519"/>
                    <a:pt x="7618" y="17519"/>
                  </a:cubicBezTo>
                  <a:cubicBezTo>
                    <a:pt x="8641" y="17519"/>
                    <a:pt x="9823" y="17352"/>
                    <a:pt x="11186" y="16961"/>
                  </a:cubicBezTo>
                  <a:cubicBezTo>
                    <a:pt x="13780" y="16220"/>
                    <a:pt x="15232" y="14729"/>
                    <a:pt x="17069" y="14729"/>
                  </a:cubicBezTo>
                  <a:cubicBezTo>
                    <a:pt x="17793" y="14729"/>
                    <a:pt x="18577" y="14961"/>
                    <a:pt x="19514" y="15563"/>
                  </a:cubicBezTo>
                  <a:cubicBezTo>
                    <a:pt x="22535" y="17488"/>
                    <a:pt x="25082" y="18257"/>
                    <a:pt x="27200" y="18257"/>
                  </a:cubicBezTo>
                  <a:cubicBezTo>
                    <a:pt x="29663" y="18257"/>
                    <a:pt x="31546" y="17216"/>
                    <a:pt x="32919" y="15745"/>
                  </a:cubicBezTo>
                  <a:cubicBezTo>
                    <a:pt x="36779" y="11581"/>
                    <a:pt x="36171" y="6353"/>
                    <a:pt x="30882" y="3465"/>
                  </a:cubicBezTo>
                  <a:cubicBezTo>
                    <a:pt x="28303" y="2051"/>
                    <a:pt x="26046" y="1458"/>
                    <a:pt x="23923" y="1458"/>
                  </a:cubicBezTo>
                  <a:cubicBezTo>
                    <a:pt x="21667" y="1458"/>
                    <a:pt x="19563" y="2127"/>
                    <a:pt x="17387" y="3192"/>
                  </a:cubicBezTo>
                  <a:cubicBezTo>
                    <a:pt x="16703" y="3524"/>
                    <a:pt x="16037" y="3663"/>
                    <a:pt x="15401" y="3663"/>
                  </a:cubicBezTo>
                  <a:cubicBezTo>
                    <a:pt x="12136" y="3663"/>
                    <a:pt x="9666" y="0"/>
                    <a:pt x="9666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7" name="Google Shape;4757;p88"/>
            <p:cNvSpPr/>
            <p:nvPr/>
          </p:nvSpPr>
          <p:spPr>
            <a:xfrm>
              <a:off x="6406150" y="2977450"/>
              <a:ext cx="183500" cy="222925"/>
            </a:xfrm>
            <a:custGeom>
              <a:rect b="b" l="l" r="r" t="t"/>
              <a:pathLst>
                <a:path extrusionOk="0" h="8917" w="7340">
                  <a:moveTo>
                    <a:pt x="2528" y="1"/>
                  </a:moveTo>
                  <a:cubicBezTo>
                    <a:pt x="1164" y="1"/>
                    <a:pt x="1" y="825"/>
                    <a:pt x="1" y="825"/>
                  </a:cubicBezTo>
                  <a:lnTo>
                    <a:pt x="1" y="8515"/>
                  </a:lnTo>
                  <a:cubicBezTo>
                    <a:pt x="551" y="8790"/>
                    <a:pt x="1132" y="8916"/>
                    <a:pt x="1709" y="8916"/>
                  </a:cubicBezTo>
                  <a:cubicBezTo>
                    <a:pt x="4578" y="8916"/>
                    <a:pt x="7340" y="5791"/>
                    <a:pt x="5594" y="2223"/>
                  </a:cubicBezTo>
                  <a:cubicBezTo>
                    <a:pt x="4747" y="490"/>
                    <a:pt x="3578" y="1"/>
                    <a:pt x="2528" y="1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8" name="Google Shape;4758;p88"/>
            <p:cNvSpPr/>
            <p:nvPr/>
          </p:nvSpPr>
          <p:spPr>
            <a:xfrm>
              <a:off x="6462400" y="2947150"/>
              <a:ext cx="19775" cy="57000"/>
            </a:xfrm>
            <a:custGeom>
              <a:rect b="b" l="l" r="r" t="t"/>
              <a:pathLst>
                <a:path extrusionOk="0" fill="none" h="2280" w="791">
                  <a:moveTo>
                    <a:pt x="0" y="2280"/>
                  </a:moveTo>
                  <a:lnTo>
                    <a:pt x="790" y="0"/>
                  </a:lnTo>
                </a:path>
              </a:pathLst>
            </a:custGeom>
            <a:noFill/>
            <a:ln cap="rnd" cmpd="sng" w="197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9" name="Google Shape;4759;p88"/>
            <p:cNvSpPr/>
            <p:nvPr/>
          </p:nvSpPr>
          <p:spPr>
            <a:xfrm>
              <a:off x="6498100" y="2959300"/>
              <a:ext cx="19800" cy="57025"/>
            </a:xfrm>
            <a:custGeom>
              <a:rect b="b" l="l" r="r" t="t"/>
              <a:pathLst>
                <a:path extrusionOk="0" fill="none" h="2281" w="792">
                  <a:moveTo>
                    <a:pt x="1" y="2280"/>
                  </a:moveTo>
                  <a:lnTo>
                    <a:pt x="791" y="1"/>
                  </a:lnTo>
                </a:path>
              </a:pathLst>
            </a:custGeom>
            <a:noFill/>
            <a:ln cap="rnd" cmpd="sng" w="197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0" name="Google Shape;4760;p88"/>
            <p:cNvSpPr/>
            <p:nvPr/>
          </p:nvSpPr>
          <p:spPr>
            <a:xfrm>
              <a:off x="4740950" y="2384400"/>
              <a:ext cx="206900" cy="465850"/>
            </a:xfrm>
            <a:custGeom>
              <a:rect b="b" l="l" r="r" t="t"/>
              <a:pathLst>
                <a:path extrusionOk="0" h="18634" w="8276">
                  <a:moveTo>
                    <a:pt x="544" y="0"/>
                  </a:moveTo>
                  <a:cubicBezTo>
                    <a:pt x="269" y="0"/>
                    <a:pt x="1" y="193"/>
                    <a:pt x="73" y="534"/>
                  </a:cubicBezTo>
                  <a:cubicBezTo>
                    <a:pt x="1197" y="6856"/>
                    <a:pt x="4176" y="12996"/>
                    <a:pt x="7489" y="18437"/>
                  </a:cubicBezTo>
                  <a:cubicBezTo>
                    <a:pt x="7563" y="18576"/>
                    <a:pt x="7672" y="18633"/>
                    <a:pt x="7780" y="18633"/>
                  </a:cubicBezTo>
                  <a:cubicBezTo>
                    <a:pt x="8027" y="18633"/>
                    <a:pt x="8275" y="18338"/>
                    <a:pt x="8128" y="18042"/>
                  </a:cubicBezTo>
                  <a:cubicBezTo>
                    <a:pt x="5331" y="12267"/>
                    <a:pt x="3355" y="6249"/>
                    <a:pt x="1015" y="291"/>
                  </a:cubicBezTo>
                  <a:cubicBezTo>
                    <a:pt x="928" y="92"/>
                    <a:pt x="734" y="0"/>
                    <a:pt x="544" y="0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1" name="Google Shape;4761;p88"/>
            <p:cNvSpPr/>
            <p:nvPr/>
          </p:nvSpPr>
          <p:spPr>
            <a:xfrm>
              <a:off x="4719950" y="2588225"/>
              <a:ext cx="750800" cy="630275"/>
            </a:xfrm>
            <a:custGeom>
              <a:rect b="b" l="l" r="r" t="t"/>
              <a:pathLst>
                <a:path extrusionOk="0" h="25211" w="30032">
                  <a:moveTo>
                    <a:pt x="10229" y="1"/>
                  </a:moveTo>
                  <a:cubicBezTo>
                    <a:pt x="9162" y="1"/>
                    <a:pt x="7897" y="383"/>
                    <a:pt x="6414" y="1378"/>
                  </a:cubicBezTo>
                  <a:cubicBezTo>
                    <a:pt x="1" y="5694"/>
                    <a:pt x="6414" y="15695"/>
                    <a:pt x="6414" y="15695"/>
                  </a:cubicBezTo>
                  <a:lnTo>
                    <a:pt x="14104" y="24540"/>
                  </a:lnTo>
                  <a:cubicBezTo>
                    <a:pt x="14104" y="24540"/>
                    <a:pt x="15895" y="25210"/>
                    <a:pt x="18289" y="25210"/>
                  </a:cubicBezTo>
                  <a:cubicBezTo>
                    <a:pt x="20424" y="25210"/>
                    <a:pt x="23040" y="24676"/>
                    <a:pt x="25290" y="22655"/>
                  </a:cubicBezTo>
                  <a:cubicBezTo>
                    <a:pt x="30032" y="18339"/>
                    <a:pt x="23649" y="13597"/>
                    <a:pt x="23649" y="13597"/>
                  </a:cubicBezTo>
                  <a:cubicBezTo>
                    <a:pt x="23649" y="13597"/>
                    <a:pt x="28542" y="11409"/>
                    <a:pt x="24925" y="4874"/>
                  </a:cubicBezTo>
                  <a:cubicBezTo>
                    <a:pt x="23638" y="2528"/>
                    <a:pt x="22014" y="1776"/>
                    <a:pt x="20461" y="1776"/>
                  </a:cubicBezTo>
                  <a:cubicBezTo>
                    <a:pt x="17686" y="1776"/>
                    <a:pt x="15138" y="4175"/>
                    <a:pt x="15138" y="4175"/>
                  </a:cubicBezTo>
                  <a:cubicBezTo>
                    <a:pt x="15138" y="4175"/>
                    <a:pt x="13758" y="1"/>
                    <a:pt x="10229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2" name="Google Shape;4762;p88"/>
            <p:cNvSpPr/>
            <p:nvPr/>
          </p:nvSpPr>
          <p:spPr>
            <a:xfrm>
              <a:off x="5083200" y="2346650"/>
              <a:ext cx="205175" cy="381875"/>
            </a:xfrm>
            <a:custGeom>
              <a:rect b="b" l="l" r="r" t="t"/>
              <a:pathLst>
                <a:path extrusionOk="0" h="15275" w="8207">
                  <a:moveTo>
                    <a:pt x="7242" y="1"/>
                  </a:moveTo>
                  <a:cubicBezTo>
                    <a:pt x="7021" y="1"/>
                    <a:pt x="6795" y="110"/>
                    <a:pt x="6626" y="372"/>
                  </a:cubicBezTo>
                  <a:cubicBezTo>
                    <a:pt x="4985" y="2804"/>
                    <a:pt x="3647" y="5357"/>
                    <a:pt x="2462" y="8032"/>
                  </a:cubicBezTo>
                  <a:cubicBezTo>
                    <a:pt x="1550" y="10069"/>
                    <a:pt x="0" y="12774"/>
                    <a:pt x="182" y="15053"/>
                  </a:cubicBezTo>
                  <a:cubicBezTo>
                    <a:pt x="182" y="15178"/>
                    <a:pt x="282" y="15274"/>
                    <a:pt x="403" y="15274"/>
                  </a:cubicBezTo>
                  <a:cubicBezTo>
                    <a:pt x="459" y="15274"/>
                    <a:pt x="520" y="15254"/>
                    <a:pt x="578" y="15205"/>
                  </a:cubicBezTo>
                  <a:cubicBezTo>
                    <a:pt x="2340" y="13625"/>
                    <a:pt x="3222" y="10646"/>
                    <a:pt x="4286" y="8549"/>
                  </a:cubicBezTo>
                  <a:cubicBezTo>
                    <a:pt x="5532" y="6087"/>
                    <a:pt x="6778" y="3655"/>
                    <a:pt x="7933" y="1163"/>
                  </a:cubicBezTo>
                  <a:cubicBezTo>
                    <a:pt x="8207" y="553"/>
                    <a:pt x="7738" y="1"/>
                    <a:pt x="7242" y="1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3" name="Google Shape;4763;p88"/>
            <p:cNvSpPr/>
            <p:nvPr/>
          </p:nvSpPr>
          <p:spPr>
            <a:xfrm>
              <a:off x="4177400" y="2732100"/>
              <a:ext cx="671000" cy="1428600"/>
            </a:xfrm>
            <a:custGeom>
              <a:rect b="b" l="l" r="r" t="t"/>
              <a:pathLst>
                <a:path extrusionOk="0" h="57144" w="26840">
                  <a:moveTo>
                    <a:pt x="13770" y="0"/>
                  </a:moveTo>
                  <a:cubicBezTo>
                    <a:pt x="4772" y="0"/>
                    <a:pt x="0" y="5988"/>
                    <a:pt x="0" y="12554"/>
                  </a:cubicBezTo>
                  <a:lnTo>
                    <a:pt x="0" y="32706"/>
                  </a:lnTo>
                  <a:cubicBezTo>
                    <a:pt x="0" y="35441"/>
                    <a:pt x="3371" y="39876"/>
                    <a:pt x="11553" y="39876"/>
                  </a:cubicBezTo>
                  <a:cubicBezTo>
                    <a:pt x="11917" y="39876"/>
                    <a:pt x="12292" y="39867"/>
                    <a:pt x="12675" y="39849"/>
                  </a:cubicBezTo>
                  <a:cubicBezTo>
                    <a:pt x="12675" y="39849"/>
                    <a:pt x="12949" y="55320"/>
                    <a:pt x="12949" y="57144"/>
                  </a:cubicBezTo>
                  <a:cubicBezTo>
                    <a:pt x="12949" y="57144"/>
                    <a:pt x="26840" y="56597"/>
                    <a:pt x="26840" y="53071"/>
                  </a:cubicBezTo>
                  <a:lnTo>
                    <a:pt x="26840" y="10639"/>
                  </a:lnTo>
                  <a:cubicBezTo>
                    <a:pt x="26840" y="7508"/>
                    <a:pt x="22736" y="0"/>
                    <a:pt x="13770" y="0"/>
                  </a:cubicBezTo>
                  <a:close/>
                </a:path>
              </a:pathLst>
            </a:custGeom>
            <a:solidFill>
              <a:srgbClr val="FFC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4" name="Google Shape;4764;p88"/>
            <p:cNvSpPr/>
            <p:nvPr/>
          </p:nvSpPr>
          <p:spPr>
            <a:xfrm>
              <a:off x="4071000" y="2642450"/>
              <a:ext cx="1119350" cy="1085875"/>
            </a:xfrm>
            <a:custGeom>
              <a:rect b="b" l="l" r="r" t="t"/>
              <a:pathLst>
                <a:path extrusionOk="0" h="43435" w="44774">
                  <a:moveTo>
                    <a:pt x="18596" y="1"/>
                  </a:moveTo>
                  <a:cubicBezTo>
                    <a:pt x="12352" y="1"/>
                    <a:pt x="6120" y="2864"/>
                    <a:pt x="3679" y="6839"/>
                  </a:cubicBezTo>
                  <a:cubicBezTo>
                    <a:pt x="1" y="12857"/>
                    <a:pt x="974" y="23100"/>
                    <a:pt x="974" y="23100"/>
                  </a:cubicBezTo>
                  <a:lnTo>
                    <a:pt x="6414" y="22796"/>
                  </a:lnTo>
                  <a:lnTo>
                    <a:pt x="8937" y="15836"/>
                  </a:lnTo>
                  <a:lnTo>
                    <a:pt x="9393" y="22371"/>
                  </a:lnTo>
                  <a:lnTo>
                    <a:pt x="19485" y="22796"/>
                  </a:lnTo>
                  <a:lnTo>
                    <a:pt x="20457" y="19118"/>
                  </a:lnTo>
                  <a:lnTo>
                    <a:pt x="21126" y="22796"/>
                  </a:lnTo>
                  <a:lnTo>
                    <a:pt x="31278" y="23921"/>
                  </a:lnTo>
                  <a:lnTo>
                    <a:pt x="31278" y="43435"/>
                  </a:lnTo>
                  <a:cubicBezTo>
                    <a:pt x="39546" y="42949"/>
                    <a:pt x="44774" y="32462"/>
                    <a:pt x="43862" y="23100"/>
                  </a:cubicBezTo>
                  <a:cubicBezTo>
                    <a:pt x="42980" y="13738"/>
                    <a:pt x="36324" y="13252"/>
                    <a:pt x="36324" y="13252"/>
                  </a:cubicBezTo>
                  <a:cubicBezTo>
                    <a:pt x="36324" y="13252"/>
                    <a:pt x="35564" y="7477"/>
                    <a:pt x="27600" y="2431"/>
                  </a:cubicBezTo>
                  <a:cubicBezTo>
                    <a:pt x="24923" y="735"/>
                    <a:pt x="21758" y="1"/>
                    <a:pt x="18596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5" name="Google Shape;4765;p88"/>
            <p:cNvSpPr/>
            <p:nvPr/>
          </p:nvSpPr>
          <p:spPr>
            <a:xfrm>
              <a:off x="4847625" y="3219850"/>
              <a:ext cx="182800" cy="222650"/>
            </a:xfrm>
            <a:custGeom>
              <a:rect b="b" l="l" r="r" t="t"/>
              <a:pathLst>
                <a:path extrusionOk="0" h="8906" w="7312">
                  <a:moveTo>
                    <a:pt x="2509" y="1"/>
                  </a:moveTo>
                  <a:cubicBezTo>
                    <a:pt x="1154" y="1"/>
                    <a:pt x="0" y="825"/>
                    <a:pt x="0" y="825"/>
                  </a:cubicBezTo>
                  <a:lnTo>
                    <a:pt x="0" y="8515"/>
                  </a:lnTo>
                  <a:cubicBezTo>
                    <a:pt x="541" y="8783"/>
                    <a:pt x="1113" y="8906"/>
                    <a:pt x="1681" y="8906"/>
                  </a:cubicBezTo>
                  <a:cubicBezTo>
                    <a:pt x="4537" y="8906"/>
                    <a:pt x="7312" y="5797"/>
                    <a:pt x="5563" y="2223"/>
                  </a:cubicBezTo>
                  <a:cubicBezTo>
                    <a:pt x="4716" y="490"/>
                    <a:pt x="3553" y="1"/>
                    <a:pt x="2509" y="1"/>
                  </a:cubicBezTo>
                  <a:close/>
                </a:path>
              </a:pathLst>
            </a:custGeom>
            <a:solidFill>
              <a:srgbClr val="FFC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6" name="Google Shape;4766;p88"/>
            <p:cNvSpPr/>
            <p:nvPr/>
          </p:nvSpPr>
          <p:spPr>
            <a:xfrm>
              <a:off x="4825575" y="3409925"/>
              <a:ext cx="65375" cy="65375"/>
            </a:xfrm>
            <a:custGeom>
              <a:rect b="b" l="l" r="r" t="t"/>
              <a:pathLst>
                <a:path extrusionOk="0" h="2615" w="2615">
                  <a:moveTo>
                    <a:pt x="1308" y="0"/>
                  </a:moveTo>
                  <a:cubicBezTo>
                    <a:pt x="578" y="0"/>
                    <a:pt x="1" y="578"/>
                    <a:pt x="1" y="1307"/>
                  </a:cubicBezTo>
                  <a:cubicBezTo>
                    <a:pt x="1" y="2006"/>
                    <a:pt x="578" y="2614"/>
                    <a:pt x="1308" y="2614"/>
                  </a:cubicBezTo>
                  <a:cubicBezTo>
                    <a:pt x="2037" y="2614"/>
                    <a:pt x="2615" y="2006"/>
                    <a:pt x="2615" y="1307"/>
                  </a:cubicBezTo>
                  <a:cubicBezTo>
                    <a:pt x="2615" y="578"/>
                    <a:pt x="2037" y="0"/>
                    <a:pt x="1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7" name="Google Shape;4767;p88"/>
            <p:cNvSpPr/>
            <p:nvPr/>
          </p:nvSpPr>
          <p:spPr>
            <a:xfrm>
              <a:off x="4256425" y="4115175"/>
              <a:ext cx="330575" cy="493100"/>
            </a:xfrm>
            <a:custGeom>
              <a:rect b="b" l="l" r="r" t="t"/>
              <a:pathLst>
                <a:path extrusionOk="0" h="19724" w="13223">
                  <a:moveTo>
                    <a:pt x="5684" y="1"/>
                  </a:moveTo>
                  <a:cubicBezTo>
                    <a:pt x="3389" y="1"/>
                    <a:pt x="494" y="2738"/>
                    <a:pt x="274" y="8386"/>
                  </a:cubicBezTo>
                  <a:cubicBezTo>
                    <a:pt x="0" y="15408"/>
                    <a:pt x="0" y="19724"/>
                    <a:pt x="0" y="19724"/>
                  </a:cubicBezTo>
                  <a:lnTo>
                    <a:pt x="13223" y="19724"/>
                  </a:lnTo>
                  <a:lnTo>
                    <a:pt x="13223" y="13098"/>
                  </a:lnTo>
                  <a:cubicBezTo>
                    <a:pt x="13223" y="8386"/>
                    <a:pt x="10882" y="3219"/>
                    <a:pt x="7204" y="484"/>
                  </a:cubicBezTo>
                  <a:cubicBezTo>
                    <a:pt x="6764" y="163"/>
                    <a:pt x="6242" y="1"/>
                    <a:pt x="5684" y="1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8" name="Google Shape;4768;p88"/>
            <p:cNvSpPr/>
            <p:nvPr/>
          </p:nvSpPr>
          <p:spPr>
            <a:xfrm>
              <a:off x="4256425" y="4643975"/>
              <a:ext cx="322225" cy="576025"/>
            </a:xfrm>
            <a:custGeom>
              <a:rect b="b" l="l" r="r" t="t"/>
              <a:pathLst>
                <a:path extrusionOk="0" h="23041" w="12889">
                  <a:moveTo>
                    <a:pt x="0" y="1"/>
                  </a:moveTo>
                  <a:lnTo>
                    <a:pt x="0" y="23040"/>
                  </a:lnTo>
                  <a:lnTo>
                    <a:pt x="12888" y="23040"/>
                  </a:lnTo>
                  <a:lnTo>
                    <a:pt x="12888" y="1"/>
                  </a:lnTo>
                  <a:close/>
                </a:path>
              </a:pathLst>
            </a:custGeom>
            <a:solidFill>
              <a:srgbClr val="FFC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9" name="Google Shape;4769;p88"/>
            <p:cNvSpPr/>
            <p:nvPr/>
          </p:nvSpPr>
          <p:spPr>
            <a:xfrm>
              <a:off x="4201700" y="4539800"/>
              <a:ext cx="452175" cy="133650"/>
            </a:xfrm>
            <a:custGeom>
              <a:rect b="b" l="l" r="r" t="t"/>
              <a:pathLst>
                <a:path extrusionOk="0" h="5346" w="18087">
                  <a:moveTo>
                    <a:pt x="10344" y="0"/>
                  </a:moveTo>
                  <a:cubicBezTo>
                    <a:pt x="5913" y="0"/>
                    <a:pt x="885" y="232"/>
                    <a:pt x="487" y="976"/>
                  </a:cubicBezTo>
                  <a:cubicBezTo>
                    <a:pt x="1" y="1888"/>
                    <a:pt x="31" y="4927"/>
                    <a:pt x="487" y="5140"/>
                  </a:cubicBezTo>
                  <a:cubicBezTo>
                    <a:pt x="730" y="5231"/>
                    <a:pt x="4834" y="5345"/>
                    <a:pt x="8903" y="5345"/>
                  </a:cubicBezTo>
                  <a:cubicBezTo>
                    <a:pt x="12972" y="5345"/>
                    <a:pt x="17007" y="5231"/>
                    <a:pt x="17114" y="4867"/>
                  </a:cubicBezTo>
                  <a:cubicBezTo>
                    <a:pt x="17327" y="4107"/>
                    <a:pt x="18086" y="642"/>
                    <a:pt x="17114" y="277"/>
                  </a:cubicBezTo>
                  <a:cubicBezTo>
                    <a:pt x="16708" y="133"/>
                    <a:pt x="13697" y="0"/>
                    <a:pt x="10344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0" name="Google Shape;4770;p88"/>
            <p:cNvSpPr/>
            <p:nvPr/>
          </p:nvSpPr>
          <p:spPr>
            <a:xfrm>
              <a:off x="4226800" y="3741225"/>
              <a:ext cx="1043350" cy="1478775"/>
            </a:xfrm>
            <a:custGeom>
              <a:rect b="b" l="l" r="r" t="t"/>
              <a:pathLst>
                <a:path extrusionOk="0" h="59151" w="41734">
                  <a:moveTo>
                    <a:pt x="26809" y="1"/>
                  </a:moveTo>
                  <a:lnTo>
                    <a:pt x="15441" y="4043"/>
                  </a:lnTo>
                  <a:lnTo>
                    <a:pt x="13192" y="9970"/>
                  </a:lnTo>
                  <a:lnTo>
                    <a:pt x="12432" y="3952"/>
                  </a:lnTo>
                  <a:lnTo>
                    <a:pt x="8663" y="791"/>
                  </a:lnTo>
                  <a:lnTo>
                    <a:pt x="8572" y="6809"/>
                  </a:lnTo>
                  <a:cubicBezTo>
                    <a:pt x="8572" y="6809"/>
                    <a:pt x="0" y="15624"/>
                    <a:pt x="30" y="21612"/>
                  </a:cubicBezTo>
                  <a:cubicBezTo>
                    <a:pt x="30" y="27235"/>
                    <a:pt x="6201" y="38086"/>
                    <a:pt x="6505" y="39454"/>
                  </a:cubicBezTo>
                  <a:cubicBezTo>
                    <a:pt x="6778" y="40822"/>
                    <a:pt x="1885" y="59150"/>
                    <a:pt x="1885" y="59150"/>
                  </a:cubicBezTo>
                  <a:lnTo>
                    <a:pt x="35806" y="59150"/>
                  </a:lnTo>
                  <a:cubicBezTo>
                    <a:pt x="35806" y="59150"/>
                    <a:pt x="31976" y="42980"/>
                    <a:pt x="34165" y="37266"/>
                  </a:cubicBezTo>
                  <a:cubicBezTo>
                    <a:pt x="36353" y="31551"/>
                    <a:pt x="41733" y="13709"/>
                    <a:pt x="37752" y="10153"/>
                  </a:cubicBezTo>
                  <a:cubicBezTo>
                    <a:pt x="33770" y="6627"/>
                    <a:pt x="30092" y="5107"/>
                    <a:pt x="30092" y="5107"/>
                  </a:cubicBezTo>
                  <a:lnTo>
                    <a:pt x="26809" y="1"/>
                  </a:ln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1" name="Google Shape;4771;p88"/>
            <p:cNvSpPr/>
            <p:nvPr/>
          </p:nvSpPr>
          <p:spPr>
            <a:xfrm>
              <a:off x="4239700" y="4382375"/>
              <a:ext cx="888350" cy="843700"/>
            </a:xfrm>
            <a:custGeom>
              <a:rect b="b" l="l" r="r" t="t"/>
              <a:pathLst>
                <a:path extrusionOk="0" h="33748" w="35534">
                  <a:moveTo>
                    <a:pt x="256" y="1"/>
                  </a:moveTo>
                  <a:cubicBezTo>
                    <a:pt x="233" y="1"/>
                    <a:pt x="208" y="3"/>
                    <a:pt x="183" y="8"/>
                  </a:cubicBezTo>
                  <a:cubicBezTo>
                    <a:pt x="62" y="39"/>
                    <a:pt x="1" y="191"/>
                    <a:pt x="31" y="312"/>
                  </a:cubicBezTo>
                  <a:cubicBezTo>
                    <a:pt x="548" y="2075"/>
                    <a:pt x="1338" y="4142"/>
                    <a:pt x="2402" y="6574"/>
                  </a:cubicBezTo>
                  <a:cubicBezTo>
                    <a:pt x="3162" y="8246"/>
                    <a:pt x="3891" y="9796"/>
                    <a:pt x="4499" y="11042"/>
                  </a:cubicBezTo>
                  <a:cubicBezTo>
                    <a:pt x="5138" y="12410"/>
                    <a:pt x="5685" y="13504"/>
                    <a:pt x="5746" y="13869"/>
                  </a:cubicBezTo>
                  <a:cubicBezTo>
                    <a:pt x="5958" y="14811"/>
                    <a:pt x="3101" y="26088"/>
                    <a:pt x="1125" y="33444"/>
                  </a:cubicBezTo>
                  <a:lnTo>
                    <a:pt x="1065" y="33748"/>
                  </a:lnTo>
                  <a:lnTo>
                    <a:pt x="35290" y="33748"/>
                  </a:lnTo>
                  <a:cubicBezTo>
                    <a:pt x="35412" y="33748"/>
                    <a:pt x="35533" y="33626"/>
                    <a:pt x="35533" y="33504"/>
                  </a:cubicBezTo>
                  <a:cubicBezTo>
                    <a:pt x="35533" y="33383"/>
                    <a:pt x="35412" y="33261"/>
                    <a:pt x="35290" y="33261"/>
                  </a:cubicBezTo>
                  <a:lnTo>
                    <a:pt x="1673" y="33261"/>
                  </a:lnTo>
                  <a:cubicBezTo>
                    <a:pt x="2432" y="30374"/>
                    <a:pt x="6505" y="15085"/>
                    <a:pt x="6202" y="13747"/>
                  </a:cubicBezTo>
                  <a:cubicBezTo>
                    <a:pt x="6141" y="13352"/>
                    <a:pt x="5654" y="12349"/>
                    <a:pt x="4925" y="10829"/>
                  </a:cubicBezTo>
                  <a:cubicBezTo>
                    <a:pt x="4317" y="9583"/>
                    <a:pt x="3587" y="8033"/>
                    <a:pt x="2858" y="6391"/>
                  </a:cubicBezTo>
                  <a:cubicBezTo>
                    <a:pt x="1794" y="3960"/>
                    <a:pt x="1004" y="1923"/>
                    <a:pt x="487" y="191"/>
                  </a:cubicBezTo>
                  <a:cubicBezTo>
                    <a:pt x="462" y="64"/>
                    <a:pt x="373" y="1"/>
                    <a:pt x="256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2" name="Google Shape;4772;p88"/>
            <p:cNvSpPr/>
            <p:nvPr/>
          </p:nvSpPr>
          <p:spPr>
            <a:xfrm>
              <a:off x="4990475" y="3982950"/>
              <a:ext cx="330575" cy="625325"/>
            </a:xfrm>
            <a:custGeom>
              <a:rect b="b" l="l" r="r" t="t"/>
              <a:pathLst>
                <a:path extrusionOk="0" h="25013" w="13223">
                  <a:moveTo>
                    <a:pt x="5684" y="1"/>
                  </a:moveTo>
                  <a:cubicBezTo>
                    <a:pt x="3390" y="1"/>
                    <a:pt x="494" y="2738"/>
                    <a:pt x="274" y="8387"/>
                  </a:cubicBezTo>
                  <a:cubicBezTo>
                    <a:pt x="1" y="15408"/>
                    <a:pt x="1" y="25013"/>
                    <a:pt x="1" y="25013"/>
                  </a:cubicBezTo>
                  <a:lnTo>
                    <a:pt x="13223" y="25013"/>
                  </a:lnTo>
                  <a:lnTo>
                    <a:pt x="13223" y="13098"/>
                  </a:lnTo>
                  <a:cubicBezTo>
                    <a:pt x="13223" y="8387"/>
                    <a:pt x="10882" y="3219"/>
                    <a:pt x="7205" y="484"/>
                  </a:cubicBezTo>
                  <a:cubicBezTo>
                    <a:pt x="6765" y="163"/>
                    <a:pt x="6242" y="1"/>
                    <a:pt x="5684" y="1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3" name="Google Shape;4773;p88"/>
            <p:cNvSpPr/>
            <p:nvPr/>
          </p:nvSpPr>
          <p:spPr>
            <a:xfrm>
              <a:off x="4985150" y="4311775"/>
              <a:ext cx="342000" cy="302600"/>
            </a:xfrm>
            <a:custGeom>
              <a:rect b="b" l="l" r="r" t="t"/>
              <a:pathLst>
                <a:path extrusionOk="0" h="12104" w="13680">
                  <a:moveTo>
                    <a:pt x="472" y="1"/>
                  </a:moveTo>
                  <a:cubicBezTo>
                    <a:pt x="347" y="1"/>
                    <a:pt x="275" y="110"/>
                    <a:pt x="275" y="218"/>
                  </a:cubicBezTo>
                  <a:cubicBezTo>
                    <a:pt x="1" y="7149"/>
                    <a:pt x="1" y="11830"/>
                    <a:pt x="1" y="11860"/>
                  </a:cubicBezTo>
                  <a:lnTo>
                    <a:pt x="1" y="12103"/>
                  </a:lnTo>
                  <a:lnTo>
                    <a:pt x="13436" y="12103"/>
                  </a:lnTo>
                  <a:cubicBezTo>
                    <a:pt x="13588" y="12103"/>
                    <a:pt x="13679" y="11981"/>
                    <a:pt x="13679" y="11860"/>
                  </a:cubicBezTo>
                  <a:cubicBezTo>
                    <a:pt x="13679" y="11738"/>
                    <a:pt x="13588" y="11617"/>
                    <a:pt x="13436" y="11617"/>
                  </a:cubicBezTo>
                  <a:lnTo>
                    <a:pt x="457" y="11617"/>
                  </a:lnTo>
                  <a:cubicBezTo>
                    <a:pt x="457" y="10583"/>
                    <a:pt x="487" y="6298"/>
                    <a:pt x="730" y="249"/>
                  </a:cubicBezTo>
                  <a:cubicBezTo>
                    <a:pt x="730" y="97"/>
                    <a:pt x="639" y="6"/>
                    <a:pt x="518" y="6"/>
                  </a:cubicBezTo>
                  <a:cubicBezTo>
                    <a:pt x="502" y="2"/>
                    <a:pt x="486" y="1"/>
                    <a:pt x="472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4" name="Google Shape;4774;p88"/>
            <p:cNvSpPr/>
            <p:nvPr/>
          </p:nvSpPr>
          <p:spPr>
            <a:xfrm>
              <a:off x="4990475" y="4643975"/>
              <a:ext cx="322225" cy="576025"/>
            </a:xfrm>
            <a:custGeom>
              <a:rect b="b" l="l" r="r" t="t"/>
              <a:pathLst>
                <a:path extrusionOk="0" h="23041" w="12889">
                  <a:moveTo>
                    <a:pt x="1" y="1"/>
                  </a:moveTo>
                  <a:lnTo>
                    <a:pt x="1" y="23040"/>
                  </a:lnTo>
                  <a:lnTo>
                    <a:pt x="12889" y="23040"/>
                  </a:lnTo>
                  <a:lnTo>
                    <a:pt x="12889" y="1"/>
                  </a:lnTo>
                  <a:close/>
                </a:path>
              </a:pathLst>
            </a:custGeom>
            <a:solidFill>
              <a:srgbClr val="FFC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5" name="Google Shape;4775;p88"/>
            <p:cNvSpPr/>
            <p:nvPr/>
          </p:nvSpPr>
          <p:spPr>
            <a:xfrm>
              <a:off x="4935775" y="4539800"/>
              <a:ext cx="452150" cy="133650"/>
            </a:xfrm>
            <a:custGeom>
              <a:rect b="b" l="l" r="r" t="t"/>
              <a:pathLst>
                <a:path extrusionOk="0" h="5346" w="18086">
                  <a:moveTo>
                    <a:pt x="10343" y="0"/>
                  </a:moveTo>
                  <a:cubicBezTo>
                    <a:pt x="5912" y="0"/>
                    <a:pt x="885" y="232"/>
                    <a:pt x="487" y="976"/>
                  </a:cubicBezTo>
                  <a:cubicBezTo>
                    <a:pt x="0" y="1888"/>
                    <a:pt x="31" y="4927"/>
                    <a:pt x="487" y="5140"/>
                  </a:cubicBezTo>
                  <a:cubicBezTo>
                    <a:pt x="730" y="5231"/>
                    <a:pt x="4833" y="5345"/>
                    <a:pt x="8902" y="5345"/>
                  </a:cubicBezTo>
                  <a:cubicBezTo>
                    <a:pt x="12972" y="5345"/>
                    <a:pt x="17007" y="5231"/>
                    <a:pt x="17113" y="4867"/>
                  </a:cubicBezTo>
                  <a:cubicBezTo>
                    <a:pt x="17326" y="4107"/>
                    <a:pt x="18086" y="642"/>
                    <a:pt x="17113" y="277"/>
                  </a:cubicBezTo>
                  <a:cubicBezTo>
                    <a:pt x="16707" y="133"/>
                    <a:pt x="13696" y="0"/>
                    <a:pt x="10343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6" name="Google Shape;4776;p88"/>
            <p:cNvSpPr/>
            <p:nvPr/>
          </p:nvSpPr>
          <p:spPr>
            <a:xfrm>
              <a:off x="4550500" y="3984400"/>
              <a:ext cx="12175" cy="348800"/>
            </a:xfrm>
            <a:custGeom>
              <a:rect b="b" l="l" r="r" t="t"/>
              <a:pathLst>
                <a:path extrusionOk="0" h="13952" w="487">
                  <a:moveTo>
                    <a:pt x="244" y="0"/>
                  </a:moveTo>
                  <a:cubicBezTo>
                    <a:pt x="122" y="0"/>
                    <a:pt x="1" y="91"/>
                    <a:pt x="1" y="243"/>
                  </a:cubicBezTo>
                  <a:lnTo>
                    <a:pt x="1" y="13709"/>
                  </a:lnTo>
                  <a:cubicBezTo>
                    <a:pt x="1" y="13861"/>
                    <a:pt x="122" y="13952"/>
                    <a:pt x="244" y="13952"/>
                  </a:cubicBezTo>
                  <a:cubicBezTo>
                    <a:pt x="365" y="13952"/>
                    <a:pt x="487" y="13861"/>
                    <a:pt x="487" y="13709"/>
                  </a:cubicBezTo>
                  <a:lnTo>
                    <a:pt x="487" y="243"/>
                  </a:lnTo>
                  <a:cubicBezTo>
                    <a:pt x="487" y="91"/>
                    <a:pt x="365" y="0"/>
                    <a:pt x="244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7" name="Google Shape;4777;p88"/>
            <p:cNvSpPr/>
            <p:nvPr/>
          </p:nvSpPr>
          <p:spPr>
            <a:xfrm>
              <a:off x="4494275" y="4052775"/>
              <a:ext cx="125400" cy="49425"/>
            </a:xfrm>
            <a:custGeom>
              <a:rect b="b" l="l" r="r" t="t"/>
              <a:pathLst>
                <a:path extrusionOk="0" h="1977" w="5016">
                  <a:moveTo>
                    <a:pt x="0" y="1"/>
                  </a:moveTo>
                  <a:lnTo>
                    <a:pt x="0" y="1976"/>
                  </a:lnTo>
                  <a:lnTo>
                    <a:pt x="5016" y="1976"/>
                  </a:lnTo>
                  <a:lnTo>
                    <a:pt x="5016" y="1"/>
                  </a:ln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8" name="Google Shape;4778;p88"/>
            <p:cNvSpPr/>
            <p:nvPr/>
          </p:nvSpPr>
          <p:spPr>
            <a:xfrm>
              <a:off x="4494275" y="4192600"/>
              <a:ext cx="125400" cy="49425"/>
            </a:xfrm>
            <a:custGeom>
              <a:rect b="b" l="l" r="r" t="t"/>
              <a:pathLst>
                <a:path extrusionOk="0" h="1977" w="5016">
                  <a:moveTo>
                    <a:pt x="0" y="1"/>
                  </a:moveTo>
                  <a:lnTo>
                    <a:pt x="0" y="1976"/>
                  </a:lnTo>
                  <a:lnTo>
                    <a:pt x="5016" y="1976"/>
                  </a:lnTo>
                  <a:lnTo>
                    <a:pt x="5016" y="1"/>
                  </a:ln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9" name="Google Shape;4779;p88"/>
            <p:cNvSpPr/>
            <p:nvPr/>
          </p:nvSpPr>
          <p:spPr>
            <a:xfrm>
              <a:off x="4231625" y="3872675"/>
              <a:ext cx="242925" cy="279050"/>
            </a:xfrm>
            <a:custGeom>
              <a:rect b="b" l="l" r="r" t="t"/>
              <a:pathLst>
                <a:path extrusionOk="0" h="11162" w="9717">
                  <a:moveTo>
                    <a:pt x="8379" y="1"/>
                  </a:moveTo>
                  <a:cubicBezTo>
                    <a:pt x="8378" y="1"/>
                    <a:pt x="1692" y="3193"/>
                    <a:pt x="445" y="8208"/>
                  </a:cubicBezTo>
                  <a:cubicBezTo>
                    <a:pt x="0" y="10028"/>
                    <a:pt x="1009" y="11162"/>
                    <a:pt x="2808" y="11162"/>
                  </a:cubicBezTo>
                  <a:cubicBezTo>
                    <a:pt x="3713" y="11162"/>
                    <a:pt x="4818" y="10875"/>
                    <a:pt x="6038" y="10244"/>
                  </a:cubicBezTo>
                  <a:cubicBezTo>
                    <a:pt x="9716" y="8390"/>
                    <a:pt x="8318" y="3679"/>
                    <a:pt x="8379" y="1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0" name="Google Shape;4780;p88"/>
            <p:cNvSpPr/>
            <p:nvPr/>
          </p:nvSpPr>
          <p:spPr>
            <a:xfrm>
              <a:off x="4425125" y="3222825"/>
              <a:ext cx="151250" cy="60975"/>
            </a:xfrm>
            <a:custGeom>
              <a:rect b="b" l="l" r="r" t="t"/>
              <a:pathLst>
                <a:path extrusionOk="0" h="2439" w="6050">
                  <a:moveTo>
                    <a:pt x="3192" y="0"/>
                  </a:moveTo>
                  <a:cubicBezTo>
                    <a:pt x="1148" y="0"/>
                    <a:pt x="0" y="2438"/>
                    <a:pt x="0" y="2438"/>
                  </a:cubicBezTo>
                  <a:cubicBezTo>
                    <a:pt x="1178" y="1512"/>
                    <a:pt x="2140" y="1215"/>
                    <a:pt x="2890" y="1215"/>
                  </a:cubicBezTo>
                  <a:cubicBezTo>
                    <a:pt x="4231" y="1215"/>
                    <a:pt x="4894" y="2165"/>
                    <a:pt x="4894" y="2165"/>
                  </a:cubicBezTo>
                  <a:lnTo>
                    <a:pt x="6049" y="1648"/>
                  </a:lnTo>
                  <a:cubicBezTo>
                    <a:pt x="6049" y="1648"/>
                    <a:pt x="5532" y="128"/>
                    <a:pt x="3374" y="7"/>
                  </a:cubicBezTo>
                  <a:cubicBezTo>
                    <a:pt x="3313" y="2"/>
                    <a:pt x="3252" y="0"/>
                    <a:pt x="319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1" name="Google Shape;4781;p88"/>
            <p:cNvSpPr/>
            <p:nvPr/>
          </p:nvSpPr>
          <p:spPr>
            <a:xfrm>
              <a:off x="4172825" y="3222825"/>
              <a:ext cx="152025" cy="60975"/>
            </a:xfrm>
            <a:custGeom>
              <a:rect b="b" l="l" r="r" t="t"/>
              <a:pathLst>
                <a:path extrusionOk="0" h="2439" w="6081">
                  <a:moveTo>
                    <a:pt x="2859" y="0"/>
                  </a:moveTo>
                  <a:cubicBezTo>
                    <a:pt x="2798" y="0"/>
                    <a:pt x="2737" y="2"/>
                    <a:pt x="2676" y="7"/>
                  </a:cubicBezTo>
                  <a:cubicBezTo>
                    <a:pt x="518" y="128"/>
                    <a:pt x="1" y="1648"/>
                    <a:pt x="1" y="1648"/>
                  </a:cubicBezTo>
                  <a:lnTo>
                    <a:pt x="1156" y="2165"/>
                  </a:lnTo>
                  <a:cubicBezTo>
                    <a:pt x="1156" y="2165"/>
                    <a:pt x="1819" y="1215"/>
                    <a:pt x="3168" y="1215"/>
                  </a:cubicBezTo>
                  <a:cubicBezTo>
                    <a:pt x="3923" y="1215"/>
                    <a:pt x="4892" y="1512"/>
                    <a:pt x="6080" y="2438"/>
                  </a:cubicBezTo>
                  <a:cubicBezTo>
                    <a:pt x="6080" y="2438"/>
                    <a:pt x="4904" y="0"/>
                    <a:pt x="2859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2" name="Google Shape;4782;p88"/>
            <p:cNvSpPr/>
            <p:nvPr/>
          </p:nvSpPr>
          <p:spPr>
            <a:xfrm>
              <a:off x="4249575" y="3158550"/>
              <a:ext cx="130725" cy="255500"/>
            </a:xfrm>
            <a:custGeom>
              <a:rect b="b" l="l" r="r" t="t"/>
              <a:pathLst>
                <a:path extrusionOk="0" h="10220" w="5229">
                  <a:moveTo>
                    <a:pt x="4110" y="0"/>
                  </a:moveTo>
                  <a:cubicBezTo>
                    <a:pt x="3972" y="0"/>
                    <a:pt x="3825" y="117"/>
                    <a:pt x="3861" y="298"/>
                  </a:cubicBezTo>
                  <a:cubicBezTo>
                    <a:pt x="4256" y="1757"/>
                    <a:pt x="4560" y="3520"/>
                    <a:pt x="4226" y="5040"/>
                  </a:cubicBezTo>
                  <a:cubicBezTo>
                    <a:pt x="3983" y="6043"/>
                    <a:pt x="3496" y="6408"/>
                    <a:pt x="2493" y="6590"/>
                  </a:cubicBezTo>
                  <a:cubicBezTo>
                    <a:pt x="2129" y="6651"/>
                    <a:pt x="1642" y="6712"/>
                    <a:pt x="1338" y="6985"/>
                  </a:cubicBezTo>
                  <a:cubicBezTo>
                    <a:pt x="1" y="8171"/>
                    <a:pt x="1065" y="9842"/>
                    <a:pt x="2493" y="10207"/>
                  </a:cubicBezTo>
                  <a:cubicBezTo>
                    <a:pt x="2521" y="10215"/>
                    <a:pt x="2547" y="10219"/>
                    <a:pt x="2571" y="10219"/>
                  </a:cubicBezTo>
                  <a:cubicBezTo>
                    <a:pt x="2816" y="10219"/>
                    <a:pt x="2892" y="9834"/>
                    <a:pt x="2615" y="9751"/>
                  </a:cubicBezTo>
                  <a:cubicBezTo>
                    <a:pt x="1885" y="9569"/>
                    <a:pt x="943" y="8900"/>
                    <a:pt x="1217" y="7988"/>
                  </a:cubicBezTo>
                  <a:cubicBezTo>
                    <a:pt x="1490" y="7168"/>
                    <a:pt x="2220" y="7137"/>
                    <a:pt x="2919" y="6985"/>
                  </a:cubicBezTo>
                  <a:cubicBezTo>
                    <a:pt x="3679" y="6833"/>
                    <a:pt x="4196" y="6499"/>
                    <a:pt x="4499" y="5769"/>
                  </a:cubicBezTo>
                  <a:cubicBezTo>
                    <a:pt x="5229" y="4158"/>
                    <a:pt x="4773" y="1818"/>
                    <a:pt x="4317" y="177"/>
                  </a:cubicBezTo>
                  <a:cubicBezTo>
                    <a:pt x="4293" y="54"/>
                    <a:pt x="4204" y="0"/>
                    <a:pt x="4110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3" name="Google Shape;4783;p88"/>
            <p:cNvSpPr/>
            <p:nvPr/>
          </p:nvSpPr>
          <p:spPr>
            <a:xfrm>
              <a:off x="4267825" y="3435750"/>
              <a:ext cx="103375" cy="61775"/>
            </a:xfrm>
            <a:custGeom>
              <a:rect b="b" l="l" r="r" t="t"/>
              <a:pathLst>
                <a:path extrusionOk="0" h="2471" w="4135">
                  <a:moveTo>
                    <a:pt x="4134" y="1"/>
                  </a:moveTo>
                  <a:cubicBezTo>
                    <a:pt x="3334" y="372"/>
                    <a:pt x="2445" y="517"/>
                    <a:pt x="1533" y="517"/>
                  </a:cubicBezTo>
                  <a:cubicBezTo>
                    <a:pt x="1026" y="517"/>
                    <a:pt x="511" y="472"/>
                    <a:pt x="0" y="396"/>
                  </a:cubicBezTo>
                  <a:lnTo>
                    <a:pt x="0" y="396"/>
                  </a:lnTo>
                  <a:cubicBezTo>
                    <a:pt x="61" y="639"/>
                    <a:pt x="122" y="882"/>
                    <a:pt x="152" y="943"/>
                  </a:cubicBezTo>
                  <a:cubicBezTo>
                    <a:pt x="335" y="1368"/>
                    <a:pt x="548" y="1733"/>
                    <a:pt x="912" y="2037"/>
                  </a:cubicBezTo>
                  <a:cubicBezTo>
                    <a:pt x="1095" y="2189"/>
                    <a:pt x="1307" y="2311"/>
                    <a:pt x="1520" y="2402"/>
                  </a:cubicBezTo>
                  <a:cubicBezTo>
                    <a:pt x="1673" y="2448"/>
                    <a:pt x="1830" y="2470"/>
                    <a:pt x="1987" y="2470"/>
                  </a:cubicBezTo>
                  <a:cubicBezTo>
                    <a:pt x="2549" y="2470"/>
                    <a:pt x="3109" y="2191"/>
                    <a:pt x="3466" y="1763"/>
                  </a:cubicBezTo>
                  <a:cubicBezTo>
                    <a:pt x="3891" y="1277"/>
                    <a:pt x="4073" y="639"/>
                    <a:pt x="4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4" name="Google Shape;4784;p88"/>
            <p:cNvSpPr/>
            <p:nvPr/>
          </p:nvSpPr>
          <p:spPr>
            <a:xfrm>
              <a:off x="5863600" y="2888675"/>
              <a:ext cx="85900" cy="254675"/>
            </a:xfrm>
            <a:custGeom>
              <a:rect b="b" l="l" r="r" t="t"/>
              <a:pathLst>
                <a:path extrusionOk="0" h="10187" w="3436">
                  <a:moveTo>
                    <a:pt x="1831" y="0"/>
                  </a:moveTo>
                  <a:cubicBezTo>
                    <a:pt x="1674" y="0"/>
                    <a:pt x="1497" y="175"/>
                    <a:pt x="1581" y="363"/>
                  </a:cubicBezTo>
                  <a:cubicBezTo>
                    <a:pt x="2098" y="1488"/>
                    <a:pt x="2523" y="2734"/>
                    <a:pt x="2493" y="3981"/>
                  </a:cubicBezTo>
                  <a:cubicBezTo>
                    <a:pt x="2493" y="5044"/>
                    <a:pt x="1459" y="5895"/>
                    <a:pt x="912" y="6716"/>
                  </a:cubicBezTo>
                  <a:cubicBezTo>
                    <a:pt x="0" y="8054"/>
                    <a:pt x="608" y="9786"/>
                    <a:pt x="2189" y="10181"/>
                  </a:cubicBezTo>
                  <a:cubicBezTo>
                    <a:pt x="2208" y="10185"/>
                    <a:pt x="2226" y="10187"/>
                    <a:pt x="2243" y="10187"/>
                  </a:cubicBezTo>
                  <a:cubicBezTo>
                    <a:pt x="2506" y="10187"/>
                    <a:pt x="2597" y="9782"/>
                    <a:pt x="2341" y="9725"/>
                  </a:cubicBezTo>
                  <a:cubicBezTo>
                    <a:pt x="791" y="9361"/>
                    <a:pt x="699" y="7871"/>
                    <a:pt x="1459" y="6747"/>
                  </a:cubicBezTo>
                  <a:cubicBezTo>
                    <a:pt x="1885" y="6108"/>
                    <a:pt x="2402" y="5561"/>
                    <a:pt x="2766" y="4862"/>
                  </a:cubicBezTo>
                  <a:cubicBezTo>
                    <a:pt x="3435" y="3433"/>
                    <a:pt x="2614" y="1427"/>
                    <a:pt x="2007" y="120"/>
                  </a:cubicBezTo>
                  <a:cubicBezTo>
                    <a:pt x="1969" y="36"/>
                    <a:pt x="1902" y="0"/>
                    <a:pt x="1831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5" name="Google Shape;4785;p88"/>
            <p:cNvSpPr/>
            <p:nvPr/>
          </p:nvSpPr>
          <p:spPr>
            <a:xfrm>
              <a:off x="5897800" y="3137125"/>
              <a:ext cx="117800" cy="81750"/>
            </a:xfrm>
            <a:custGeom>
              <a:rect b="b" l="l" r="r" t="t"/>
              <a:pathLst>
                <a:path extrusionOk="0" h="3270" w="4712">
                  <a:moveTo>
                    <a:pt x="4438" y="0"/>
                  </a:moveTo>
                  <a:cubicBezTo>
                    <a:pt x="3830" y="486"/>
                    <a:pt x="3040" y="760"/>
                    <a:pt x="2280" y="942"/>
                  </a:cubicBezTo>
                  <a:cubicBezTo>
                    <a:pt x="1520" y="1094"/>
                    <a:pt x="760" y="1155"/>
                    <a:pt x="0" y="1186"/>
                  </a:cubicBezTo>
                  <a:cubicBezTo>
                    <a:pt x="243" y="1854"/>
                    <a:pt x="669" y="2462"/>
                    <a:pt x="1246" y="2857"/>
                  </a:cubicBezTo>
                  <a:cubicBezTo>
                    <a:pt x="1623" y="3115"/>
                    <a:pt x="2078" y="3269"/>
                    <a:pt x="2526" y="3269"/>
                  </a:cubicBezTo>
                  <a:cubicBezTo>
                    <a:pt x="2764" y="3269"/>
                    <a:pt x="3000" y="3226"/>
                    <a:pt x="3222" y="3131"/>
                  </a:cubicBezTo>
                  <a:cubicBezTo>
                    <a:pt x="4438" y="2644"/>
                    <a:pt x="4712" y="1155"/>
                    <a:pt x="4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6" name="Google Shape;4786;p88"/>
            <p:cNvSpPr/>
            <p:nvPr/>
          </p:nvSpPr>
          <p:spPr>
            <a:xfrm>
              <a:off x="5804325" y="2985900"/>
              <a:ext cx="42575" cy="77525"/>
            </a:xfrm>
            <a:custGeom>
              <a:rect b="b" l="l" r="r" t="t"/>
              <a:pathLst>
                <a:path extrusionOk="0" h="3101" w="1703">
                  <a:moveTo>
                    <a:pt x="852" y="0"/>
                  </a:moveTo>
                  <a:cubicBezTo>
                    <a:pt x="396" y="0"/>
                    <a:pt x="1" y="699"/>
                    <a:pt x="1" y="1551"/>
                  </a:cubicBezTo>
                  <a:cubicBezTo>
                    <a:pt x="1" y="2402"/>
                    <a:pt x="396" y="3101"/>
                    <a:pt x="852" y="3101"/>
                  </a:cubicBezTo>
                  <a:cubicBezTo>
                    <a:pt x="1308" y="3101"/>
                    <a:pt x="1703" y="2402"/>
                    <a:pt x="1703" y="1551"/>
                  </a:cubicBezTo>
                  <a:cubicBezTo>
                    <a:pt x="1703" y="699"/>
                    <a:pt x="1308" y="0"/>
                    <a:pt x="85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7" name="Google Shape;4787;p88"/>
            <p:cNvSpPr/>
            <p:nvPr/>
          </p:nvSpPr>
          <p:spPr>
            <a:xfrm>
              <a:off x="6047500" y="2997300"/>
              <a:ext cx="42575" cy="78300"/>
            </a:xfrm>
            <a:custGeom>
              <a:rect b="b" l="l" r="r" t="t"/>
              <a:pathLst>
                <a:path extrusionOk="0" h="3132" w="1703">
                  <a:moveTo>
                    <a:pt x="851" y="0"/>
                  </a:moveTo>
                  <a:cubicBezTo>
                    <a:pt x="365" y="0"/>
                    <a:pt x="0" y="699"/>
                    <a:pt x="0" y="1581"/>
                  </a:cubicBezTo>
                  <a:cubicBezTo>
                    <a:pt x="0" y="2432"/>
                    <a:pt x="365" y="3131"/>
                    <a:pt x="851" y="3131"/>
                  </a:cubicBezTo>
                  <a:cubicBezTo>
                    <a:pt x="1307" y="3131"/>
                    <a:pt x="1702" y="2432"/>
                    <a:pt x="1702" y="1581"/>
                  </a:cubicBezTo>
                  <a:cubicBezTo>
                    <a:pt x="1702" y="699"/>
                    <a:pt x="1307" y="0"/>
                    <a:pt x="851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8" name="Google Shape;4788;p88"/>
            <p:cNvSpPr/>
            <p:nvPr/>
          </p:nvSpPr>
          <p:spPr>
            <a:xfrm>
              <a:off x="5715425" y="2852450"/>
              <a:ext cx="145150" cy="84150"/>
            </a:xfrm>
            <a:custGeom>
              <a:rect b="b" l="l" r="r" t="t"/>
              <a:pathLst>
                <a:path extrusionOk="0" h="3366" w="5806">
                  <a:moveTo>
                    <a:pt x="3716" y="0"/>
                  </a:moveTo>
                  <a:cubicBezTo>
                    <a:pt x="3324" y="0"/>
                    <a:pt x="2897" y="56"/>
                    <a:pt x="2462" y="171"/>
                  </a:cubicBezTo>
                  <a:cubicBezTo>
                    <a:pt x="1003" y="597"/>
                    <a:pt x="0" y="1630"/>
                    <a:pt x="213" y="2451"/>
                  </a:cubicBezTo>
                  <a:cubicBezTo>
                    <a:pt x="384" y="3029"/>
                    <a:pt x="1128" y="3366"/>
                    <a:pt x="2063" y="3366"/>
                  </a:cubicBezTo>
                  <a:cubicBezTo>
                    <a:pt x="2456" y="3366"/>
                    <a:pt x="2882" y="3306"/>
                    <a:pt x="3313" y="3180"/>
                  </a:cubicBezTo>
                  <a:cubicBezTo>
                    <a:pt x="4803" y="2755"/>
                    <a:pt x="5806" y="1752"/>
                    <a:pt x="5563" y="931"/>
                  </a:cubicBezTo>
                  <a:cubicBezTo>
                    <a:pt x="5412" y="328"/>
                    <a:pt x="4667" y="0"/>
                    <a:pt x="3716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9" name="Google Shape;4789;p88"/>
            <p:cNvSpPr/>
            <p:nvPr/>
          </p:nvSpPr>
          <p:spPr>
            <a:xfrm>
              <a:off x="6011025" y="2870400"/>
              <a:ext cx="145925" cy="84600"/>
            </a:xfrm>
            <a:custGeom>
              <a:rect b="b" l="l" r="r" t="t"/>
              <a:pathLst>
                <a:path extrusionOk="0" h="3384" w="5837">
                  <a:moveTo>
                    <a:pt x="2023" y="1"/>
                  </a:moveTo>
                  <a:cubicBezTo>
                    <a:pt x="1116" y="1"/>
                    <a:pt x="410" y="320"/>
                    <a:pt x="243" y="882"/>
                  </a:cubicBezTo>
                  <a:cubicBezTo>
                    <a:pt x="0" y="1702"/>
                    <a:pt x="1003" y="2736"/>
                    <a:pt x="2462" y="3192"/>
                  </a:cubicBezTo>
                  <a:cubicBezTo>
                    <a:pt x="2908" y="3322"/>
                    <a:pt x="3347" y="3384"/>
                    <a:pt x="3751" y="3384"/>
                  </a:cubicBezTo>
                  <a:cubicBezTo>
                    <a:pt x="4670" y="3384"/>
                    <a:pt x="5403" y="3063"/>
                    <a:pt x="5593" y="2493"/>
                  </a:cubicBezTo>
                  <a:cubicBezTo>
                    <a:pt x="5836" y="1672"/>
                    <a:pt x="4833" y="639"/>
                    <a:pt x="3374" y="213"/>
                  </a:cubicBezTo>
                  <a:cubicBezTo>
                    <a:pt x="2903" y="69"/>
                    <a:pt x="2442" y="1"/>
                    <a:pt x="2023" y="1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90" name="Google Shape;4790;p88"/>
          <p:cNvGrpSpPr/>
          <p:nvPr/>
        </p:nvGrpSpPr>
        <p:grpSpPr>
          <a:xfrm>
            <a:off x="6750474" y="2944857"/>
            <a:ext cx="363314" cy="356576"/>
            <a:chOff x="3763184" y="3817357"/>
            <a:chExt cx="363314" cy="356576"/>
          </a:xfrm>
        </p:grpSpPr>
        <p:sp>
          <p:nvSpPr>
            <p:cNvPr id="4791" name="Google Shape;4791;p88"/>
            <p:cNvSpPr/>
            <p:nvPr/>
          </p:nvSpPr>
          <p:spPr>
            <a:xfrm>
              <a:off x="3763184" y="3817357"/>
              <a:ext cx="356865" cy="356498"/>
            </a:xfrm>
            <a:custGeom>
              <a:rect b="b" l="l" r="r" t="t"/>
              <a:pathLst>
                <a:path extrusionOk="0" h="13599" w="13613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2" name="Google Shape;4792;p88"/>
            <p:cNvSpPr/>
            <p:nvPr/>
          </p:nvSpPr>
          <p:spPr>
            <a:xfrm>
              <a:off x="3918324" y="3817357"/>
              <a:ext cx="208173" cy="356576"/>
            </a:xfrm>
            <a:custGeom>
              <a:rect b="b" l="l" r="r" t="t"/>
              <a:pathLst>
                <a:path extrusionOk="0" h="13602" w="7941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3" name="Google Shape;4793;p88"/>
            <p:cNvSpPr/>
            <p:nvPr/>
          </p:nvSpPr>
          <p:spPr>
            <a:xfrm>
              <a:off x="3848330" y="3964188"/>
              <a:ext cx="39375" cy="116945"/>
            </a:xfrm>
            <a:custGeom>
              <a:rect b="b" l="l" r="r" t="t"/>
              <a:pathLst>
                <a:path extrusionOk="0" h="4461" w="1502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4" name="Google Shape;4794;p88"/>
            <p:cNvSpPr/>
            <p:nvPr/>
          </p:nvSpPr>
          <p:spPr>
            <a:xfrm>
              <a:off x="3832418" y="3894403"/>
              <a:ext cx="55287" cy="47475"/>
            </a:xfrm>
            <a:custGeom>
              <a:rect b="b" l="l" r="r" t="t"/>
              <a:pathLst>
                <a:path extrusionOk="0" h="1811" w="2109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5" name="Google Shape;4795;p88"/>
            <p:cNvSpPr/>
            <p:nvPr/>
          </p:nvSpPr>
          <p:spPr>
            <a:xfrm>
              <a:off x="3925901" y="3964161"/>
              <a:ext cx="124914" cy="117365"/>
            </a:xfrm>
            <a:custGeom>
              <a:rect b="b" l="l" r="r" t="t"/>
              <a:pathLst>
                <a:path extrusionOk="0" h="4477" w="4765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96" name="Google Shape;4796;p88"/>
          <p:cNvGrpSpPr/>
          <p:nvPr/>
        </p:nvGrpSpPr>
        <p:grpSpPr>
          <a:xfrm>
            <a:off x="6302040" y="2944857"/>
            <a:ext cx="362920" cy="356865"/>
            <a:chOff x="3314750" y="3817357"/>
            <a:chExt cx="362920" cy="356865"/>
          </a:xfrm>
        </p:grpSpPr>
        <p:grpSp>
          <p:nvGrpSpPr>
            <p:cNvPr id="4797" name="Google Shape;4797;p88"/>
            <p:cNvGrpSpPr/>
            <p:nvPr/>
          </p:nvGrpSpPr>
          <p:grpSpPr>
            <a:xfrm>
              <a:off x="3314750" y="3817357"/>
              <a:ext cx="362920" cy="356865"/>
              <a:chOff x="3314750" y="3817357"/>
              <a:chExt cx="362920" cy="356865"/>
            </a:xfrm>
          </p:grpSpPr>
          <p:sp>
            <p:nvSpPr>
              <p:cNvPr id="4798" name="Google Shape;4798;p88"/>
              <p:cNvSpPr/>
              <p:nvPr/>
            </p:nvSpPr>
            <p:spPr>
              <a:xfrm>
                <a:off x="3314750" y="3817357"/>
                <a:ext cx="356865" cy="356498"/>
              </a:xfrm>
              <a:custGeom>
                <a:rect b="b" l="l" r="r" t="t"/>
                <a:pathLst>
                  <a:path extrusionOk="0" h="13599" w="13613">
                    <a:moveTo>
                      <a:pt x="6814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814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8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9" name="Google Shape;4799;p88"/>
              <p:cNvSpPr/>
              <p:nvPr/>
            </p:nvSpPr>
            <p:spPr>
              <a:xfrm>
                <a:off x="3469891" y="3817357"/>
                <a:ext cx="207780" cy="356865"/>
              </a:xfrm>
              <a:custGeom>
                <a:rect b="b" l="l" r="r" t="t"/>
                <a:pathLst>
                  <a:path extrusionOk="0" h="13613" w="7926">
                    <a:moveTo>
                      <a:pt x="881" y="0"/>
                    </a:moveTo>
                    <a:cubicBezTo>
                      <a:pt x="884" y="0"/>
                      <a:pt x="886" y="0"/>
                      <a:pt x="888" y="0"/>
                    </a:cubicBezTo>
                    <a:lnTo>
                      <a:pt x="888" y="0"/>
                    </a:lnTo>
                    <a:cubicBezTo>
                      <a:pt x="891" y="0"/>
                      <a:pt x="893" y="0"/>
                      <a:pt x="896" y="0"/>
                    </a:cubicBezTo>
                    <a:close/>
                    <a:moveTo>
                      <a:pt x="888" y="0"/>
                    </a:moveTo>
                    <a:lnTo>
                      <a:pt x="888" y="0"/>
                    </a:lnTo>
                    <a:cubicBezTo>
                      <a:pt x="588" y="0"/>
                      <a:pt x="301" y="15"/>
                      <a:pt x="1" y="58"/>
                    </a:cubicBezTo>
                    <a:cubicBezTo>
                      <a:pt x="3393" y="491"/>
                      <a:pt x="5934" y="3378"/>
                      <a:pt x="5934" y="6799"/>
                    </a:cubicBezTo>
                    <a:cubicBezTo>
                      <a:pt x="5934" y="10220"/>
                      <a:pt x="3393" y="13107"/>
                      <a:pt x="1" y="13555"/>
                    </a:cubicBezTo>
                    <a:cubicBezTo>
                      <a:pt x="299" y="13594"/>
                      <a:pt x="595" y="13612"/>
                      <a:pt x="887" y="13612"/>
                    </a:cubicBezTo>
                    <a:cubicBezTo>
                      <a:pt x="4418" y="13612"/>
                      <a:pt x="7441" y="10873"/>
                      <a:pt x="7680" y="7247"/>
                    </a:cubicBezTo>
                    <a:cubicBezTo>
                      <a:pt x="7926" y="3323"/>
                      <a:pt x="4826" y="4"/>
                      <a:pt x="8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00" name="Google Shape;4800;p88"/>
            <p:cNvGrpSpPr/>
            <p:nvPr/>
          </p:nvGrpSpPr>
          <p:grpSpPr>
            <a:xfrm>
              <a:off x="3394986" y="3894612"/>
              <a:ext cx="202339" cy="202323"/>
              <a:chOff x="935197" y="1793977"/>
              <a:chExt cx="256451" cy="256430"/>
            </a:xfrm>
          </p:grpSpPr>
          <p:sp>
            <p:nvSpPr>
              <p:cNvPr id="4801" name="Google Shape;4801;p88"/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rect b="b" l="l" r="r" t="t"/>
                <a:pathLst>
                  <a:path extrusionOk="0" h="12287" w="12288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2" name="Google Shape;4802;p88"/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rect b="b" l="l" r="r" t="t"/>
                <a:pathLst>
                  <a:path extrusionOk="0" h="5585" w="5588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03" name="Google Shape;4803;p88"/>
          <p:cNvGrpSpPr/>
          <p:nvPr/>
        </p:nvGrpSpPr>
        <p:grpSpPr>
          <a:xfrm>
            <a:off x="5853606" y="2944857"/>
            <a:ext cx="362920" cy="356865"/>
            <a:chOff x="2866317" y="3817357"/>
            <a:chExt cx="362920" cy="356865"/>
          </a:xfrm>
        </p:grpSpPr>
        <p:sp>
          <p:nvSpPr>
            <p:cNvPr id="4804" name="Google Shape;4804;p88"/>
            <p:cNvSpPr/>
            <p:nvPr/>
          </p:nvSpPr>
          <p:spPr>
            <a:xfrm>
              <a:off x="2866317" y="3817357"/>
              <a:ext cx="356865" cy="356498"/>
            </a:xfrm>
            <a:custGeom>
              <a:rect b="b" l="l" r="r" t="t"/>
              <a:pathLst>
                <a:path extrusionOk="0" h="13599" w="13613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5" name="Google Shape;4805;p88"/>
            <p:cNvSpPr/>
            <p:nvPr/>
          </p:nvSpPr>
          <p:spPr>
            <a:xfrm>
              <a:off x="3021457" y="3817357"/>
              <a:ext cx="207780" cy="356576"/>
            </a:xfrm>
            <a:custGeom>
              <a:rect b="b" l="l" r="r" t="t"/>
              <a:pathLst>
                <a:path extrusionOk="0" h="13602" w="7926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6" name="Google Shape;4806;p88"/>
            <p:cNvSpPr/>
            <p:nvPr/>
          </p:nvSpPr>
          <p:spPr>
            <a:xfrm>
              <a:off x="2928367" y="3894561"/>
              <a:ext cx="194175" cy="279662"/>
            </a:xfrm>
            <a:custGeom>
              <a:rect b="b" l="l" r="r" t="t"/>
              <a:pathLst>
                <a:path extrusionOk="0" h="10668" w="7407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Traducción Automática y Redes Neuronales</a:t>
            </a:r>
          </a:p>
          <a:p>
            <a:r>
              <a:t>Tareas Avanzadas de PLN (Parte 1)</a:t>
            </a:r>
          </a:p>
          <a:p>
            <a:r>
              <a:t>Erasmo Gómez</a:t>
            </a:r>
          </a:p>
          <a:p>
            <a:r>
              <a:t>27 de mayo de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• Introducción</a:t>
            </a:r>
          </a:p>
          <a:p>
            <a:r>
              <a:t>• Enfoque Clásico MT</a:t>
            </a:r>
          </a:p>
          <a:p>
            <a:r>
              <a:t>• NMT: Neural Machine Translation</a:t>
            </a:r>
          </a:p>
          <a:p>
            <a:r>
              <a:t>• MT para lenguas de escasos recursos</a:t>
            </a:r>
          </a:p>
          <a:p>
            <a:r>
              <a:t>• Taller práctico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traducción automática?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Definición y objetivos generales</a:t>
            </a:r>
          </a:p>
          <a:p>
            <a:r>
              <a:t>Automatización del proceso de traducción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Aplicaciones comunes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• Google Translate</a:t>
            </a:r>
          </a:p>
          <a:p>
            <a:r>
              <a:t>• DeepL</a:t>
            </a:r>
          </a:p>
          <a:p>
            <a:r>
              <a:t>• Microsoft Translator</a:t>
            </a:r>
          </a:p>
          <a:p>
            <a:r>
              <a:t>• Casos cotidianos de uso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Historia de la traducción automática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Línea del tiempo desde los 1950s hasta hoy</a:t>
            </a:r>
          </a:p>
          <a:p>
            <a:r>
              <a:t>• 1950s: Primeras ideas</a:t>
            </a:r>
          </a:p>
          <a:p>
            <a:r>
              <a:t>• 1980s-90s: RBMT</a:t>
            </a:r>
          </a:p>
          <a:p>
            <a:r>
              <a:t>• 2000s: SMT</a:t>
            </a:r>
          </a:p>
          <a:p>
            <a:r>
              <a:t>• 2010s+: NMT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Traducción basada en reglas (RBMT)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Conceptos básicos</a:t>
            </a:r>
          </a:p>
          <a:p>
            <a:r>
              <a:t>Arquitectura general</a:t>
            </a:r>
          </a:p>
          <a:p>
            <a:r>
              <a:t>Ejemplos de reglas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Fortalezas y limitaciones de RBMT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Pros: Precisión gramatical</a:t>
            </a:r>
          </a:p>
          <a:p>
            <a:r>
              <a:t>Contras: Escalabilidad, necesidad de expertos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 SMT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Traducción estadística basada en corpus paralelo</a:t>
            </a:r>
          </a:p>
          <a:p>
            <a:r>
              <a:t>Uso de modelos probabilísticos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 SMT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Modelos de alineación</a:t>
            </a:r>
          </a:p>
          <a:p>
            <a:r>
              <a:t>Uso de n-gramas y probabilidades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en SMT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Métrica BLEU</a:t>
            </a:r>
          </a:p>
          <a:p>
            <a:r>
              <a:t>Limitaciones: frases largas o ambiguas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SMT vs RBMT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Tabla comparativa de ventajas y desventajas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 NMT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Cambio de paradigma</a:t>
            </a:r>
          </a:p>
          <a:p>
            <a:r>
              <a:t>Aprendizaje de extremo a extremo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encoder-decoder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Encoder codifica entrada</a:t>
            </a:r>
          </a:p>
          <a:p>
            <a:r>
              <a:t>Decoder genera salida paso a paso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 y LSTM en NMT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Ventajas frente a SMT</a:t>
            </a:r>
          </a:p>
          <a:p>
            <a:r>
              <a:t>Problemas con secuencias largas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Atención en NMT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Mecanismo de atención</a:t>
            </a:r>
          </a:p>
          <a:p>
            <a:r>
              <a:t>Bahdanau y Luong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Limitaciones de RNN/LSTM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Cuellos de botella de atención</a:t>
            </a:r>
          </a:p>
          <a:p>
            <a:r>
              <a:t>Dificultades en paralelización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 Transformers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"Attention is All You Need"</a:t>
            </a:r>
          </a:p>
          <a:p>
            <a:r>
              <a:t>Procesamiento paralelo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del Transformer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Multi-head attention</a:t>
            </a:r>
          </a:p>
          <a:p>
            <a:r>
              <a:t>Positional encoding</a:t>
            </a:r>
          </a:p>
          <a:p>
            <a:r>
              <a:t>Feedforward layers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Transformer vs LSTM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Eficiencia y escalabilidad superiores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generales de NMT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Calidad, fluidez y contexto amplio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visual SMT vs NMT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"She eats apple" → "Ella come manzana" (SMT)</a:t>
            </a:r>
          </a:p>
          <a:p>
            <a:r>
              <a:t>"Ella está comiendo una manzana" (NMT)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Desafíos en lenguas de escasos recursos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Escasez de corpus</a:t>
            </a:r>
          </a:p>
          <a:p>
            <a:r>
              <a:t>Variabilidad dialectal</a:t>
            </a:r>
          </a:p>
          <a:p>
            <a:r>
              <a:t>Falta de tecnología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Enfoques ante escasez de datos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Transfer learning</a:t>
            </a:r>
          </a:p>
          <a:p>
            <a:r>
              <a:t>Modelos multilingües: mBART, M2M, NLLB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Back-translation y data augmentation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Corpus sintéticos</a:t>
            </a:r>
          </a:p>
          <a:p>
            <a:r>
              <a:t>Técnicas de ruido y permutación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 reales: Shiwilu, Shipibo-Konibo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Uso de datos sintéticos</a:t>
            </a:r>
          </a:p>
          <a:p>
            <a:r>
              <a:t>Colaboración comunitaria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al taller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Objetivo: modelo NMT para Shiwilu-Español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Pasos del taller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Preparación de datos</a:t>
            </a:r>
          </a:p>
          <a:p>
            <a:r>
              <a:t>Tokenización y split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Entrenamiento del modelo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MarianMT en HuggingFace</a:t>
            </a:r>
          </a:p>
          <a:p>
            <a:r>
              <a:t>Uso de Google Colab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del modelo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Métricas BLEU y Exact Match</a:t>
            </a:r>
          </a:p>
          <a:p>
            <a:r>
              <a:t>Interpretación de resultados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Discusión final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Impacto de NMT en lenguas originarias</a:t>
            </a:r>
          </a:p>
          <a:p>
            <a:r>
              <a:t>Consideraciones éticas y sociales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Lecturas y tareas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• Koehn (MT Survey)</a:t>
            </a:r>
          </a:p>
          <a:p>
            <a:r>
              <a:t>• Vaswani et al. (Transformer)</a:t>
            </a:r>
          </a:p>
          <a:p>
            <a:r>
              <a:t>• Reportes de NLLB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Preguntas</a:t>
            </a:r>
          </a:p>
          <a:p>
            <a:r>
              <a:t>Próxima sesión: generación de texto y TTS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uman Language by Slidesgo">
  <a:themeElements>
    <a:clrScheme name="Simple Light">
      <a:dk1>
        <a:srgbClr val="3A204F"/>
      </a:dk1>
      <a:lt1>
        <a:srgbClr val="5831B1"/>
      </a:lt1>
      <a:dk2>
        <a:srgbClr val="53C8C0"/>
      </a:dk2>
      <a:lt2>
        <a:srgbClr val="E7FDFB"/>
      </a:lt2>
      <a:accent1>
        <a:srgbClr val="AB3853"/>
      </a:accent1>
      <a:accent2>
        <a:srgbClr val="FF4E5F"/>
      </a:accent2>
      <a:accent3>
        <a:srgbClr val="FFF3F4"/>
      </a:accent3>
      <a:accent4>
        <a:srgbClr val="FFA432"/>
      </a:accent4>
      <a:accent5>
        <a:srgbClr val="FFD232"/>
      </a:accent5>
      <a:accent6>
        <a:srgbClr val="FFFFFF"/>
      </a:accent6>
      <a:hlink>
        <a:srgbClr val="3A20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uman Language by Slidesgo">
  <a:themeElements>
    <a:clrScheme name="Simple Light">
      <a:dk1>
        <a:srgbClr val="3A204F"/>
      </a:dk1>
      <a:lt1>
        <a:srgbClr val="5831B1"/>
      </a:lt1>
      <a:dk2>
        <a:srgbClr val="53C8C0"/>
      </a:dk2>
      <a:lt2>
        <a:srgbClr val="E7FDFB"/>
      </a:lt2>
      <a:accent1>
        <a:srgbClr val="AB3853"/>
      </a:accent1>
      <a:accent2>
        <a:srgbClr val="FF4E5F"/>
      </a:accent2>
      <a:accent3>
        <a:srgbClr val="FFF3F4"/>
      </a:accent3>
      <a:accent4>
        <a:srgbClr val="FFA432"/>
      </a:accent4>
      <a:accent5>
        <a:srgbClr val="FFD232"/>
      </a:accent5>
      <a:accent6>
        <a:srgbClr val="FFFFFF"/>
      </a:accent6>
      <a:hlink>
        <a:srgbClr val="3A20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